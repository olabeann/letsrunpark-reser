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b4ce84ac204a75" /><Relationship Type="http://schemas.openxmlformats.org/officeDocument/2006/relationships/extended-properties" Target="/docProps/app.xml" Id="R47a6599de9144581" /><Relationship Type="http://schemas.openxmlformats.org/officeDocument/2006/relationships/officeDocument" Target="/ppt/presentation.xml" Id="R81dc99d3cabf4b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d379ea1d8e4c5c"/>
  </p:sldMasterIdLst>
  <p:notesMasterIdLst>
    <p:notesMasterId xmlns:r="http://schemas.openxmlformats.org/officeDocument/2006/relationships" r:id="R05fe40066af94e37"/>
  </p:notesMasterIdLst>
  <p:sldIdLst>
    <p:sldId xmlns:r="http://schemas.openxmlformats.org/officeDocument/2006/relationships" id="256" r:id="Ra76617280eff419f"/>
    <p:sldId xmlns:r="http://schemas.openxmlformats.org/officeDocument/2006/relationships" id="257" r:id="Re649240518a64586"/>
    <p:sldId xmlns:r="http://schemas.openxmlformats.org/officeDocument/2006/relationships" id="258" r:id="R32f0d9bd15214017"/>
    <p:sldId xmlns:r="http://schemas.openxmlformats.org/officeDocument/2006/relationships" id="259" r:id="R86982f7b7502479d"/>
    <p:sldId xmlns:r="http://schemas.openxmlformats.org/officeDocument/2006/relationships" id="260" r:id="R1cfa013d42c54a35"/>
    <p:sldId xmlns:r="http://schemas.openxmlformats.org/officeDocument/2006/relationships" id="261" r:id="R9fa5cf26b5174601"/>
    <p:sldId xmlns:r="http://schemas.openxmlformats.org/officeDocument/2006/relationships" id="262" r:id="R8383abf455f64f36"/>
    <p:sldId xmlns:r="http://schemas.openxmlformats.org/officeDocument/2006/relationships" id="263" r:id="R6fc2f908df1c4af3"/>
    <p:sldId xmlns:r="http://schemas.openxmlformats.org/officeDocument/2006/relationships" id="264" r:id="Rc902db56f6f949cf"/>
    <p:sldId xmlns:r="http://schemas.openxmlformats.org/officeDocument/2006/relationships" id="265" r:id="R79369b53556a4b44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7cd3da78bf4eb0" /><Relationship Type="http://schemas.openxmlformats.org/officeDocument/2006/relationships/slideMaster" Target="/ppt/slideMasters/slideMaster1.xml" Id="R65d379ea1d8e4c5c" /><Relationship Type="http://schemas.openxmlformats.org/officeDocument/2006/relationships/notesMaster" Target="/ppt/notesMasters/notesMaster1.xml" Id="R05fe40066af94e37" /><Relationship Type="http://schemas.openxmlformats.org/officeDocument/2006/relationships/presProps" Target="/ppt/presProps.xml" Id="Racb36e02deb74dbe" /><Relationship Type="http://schemas.openxmlformats.org/officeDocument/2006/relationships/tableStyles" Target="/ppt/tableStyles.xml" Id="Rd553937b34bf4715" /><Relationship Type="http://schemas.openxmlformats.org/officeDocument/2006/relationships/slide" Target="/ppt/slides/slide1.xml" Id="Ra76617280eff419f" /><Relationship Type="http://schemas.openxmlformats.org/officeDocument/2006/relationships/slide" Target="/ppt/slides/slide2.xml" Id="Re649240518a64586" /><Relationship Type="http://schemas.openxmlformats.org/officeDocument/2006/relationships/slide" Target="/ppt/slides/slide3.xml" Id="R32f0d9bd15214017" /><Relationship Type="http://schemas.openxmlformats.org/officeDocument/2006/relationships/slide" Target="/ppt/slides/slide4.xml" Id="R86982f7b7502479d" /><Relationship Type="http://schemas.openxmlformats.org/officeDocument/2006/relationships/slide" Target="/ppt/slides/slide5.xml" Id="R1cfa013d42c54a35" /><Relationship Type="http://schemas.openxmlformats.org/officeDocument/2006/relationships/slide" Target="/ppt/slides/slide6.xml" Id="R9fa5cf26b5174601" /><Relationship Type="http://schemas.openxmlformats.org/officeDocument/2006/relationships/slide" Target="/ppt/slides/slide7.xml" Id="R8383abf455f64f36" /><Relationship Type="http://schemas.openxmlformats.org/officeDocument/2006/relationships/slide" Target="/ppt/slides/slide8.xml" Id="R6fc2f908df1c4af3" /><Relationship Type="http://schemas.openxmlformats.org/officeDocument/2006/relationships/slide" Target="/ppt/slides/slide9.xml" Id="Rc902db56f6f949cf" /><Relationship Type="http://schemas.openxmlformats.org/officeDocument/2006/relationships/slide" Target="/ppt/slides/slide10.xml" Id="R79369b53556a4b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d50678488146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36ba0e56e64674" /><Relationship Type="http://schemas.openxmlformats.org/officeDocument/2006/relationships/notesMaster" Target="/ppt/notesMasters/notesMaster1.xml" Id="Re094e0be1f4e40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cfe14561cb412a" /><Relationship Type="http://schemas.openxmlformats.org/officeDocument/2006/relationships/notesMaster" Target="/ppt/notesMasters/notesMaster1.xml" Id="R592a5d4a7d3548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628a9e774345c5" /><Relationship Type="http://schemas.openxmlformats.org/officeDocument/2006/relationships/notesMaster" Target="/ppt/notesMasters/notesMaster1.xml" Id="Rd24371eaa61244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00aa1300c1455f" /><Relationship Type="http://schemas.openxmlformats.org/officeDocument/2006/relationships/notesMaster" Target="/ppt/notesMasters/notesMaster1.xml" Id="R9a82ea0fc03b46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7ccc75fcc64a58" /><Relationship Type="http://schemas.openxmlformats.org/officeDocument/2006/relationships/notesMaster" Target="/ppt/notesMasters/notesMaster1.xml" Id="Re2adb05aa95447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4f9be599be44ac" /><Relationship Type="http://schemas.openxmlformats.org/officeDocument/2006/relationships/notesMaster" Target="/ppt/notesMasters/notesMaster1.xml" Id="Rc4f9850090634f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e5ad24a2fd4de5" /><Relationship Type="http://schemas.openxmlformats.org/officeDocument/2006/relationships/notesMaster" Target="/ppt/notesMasters/notesMaster1.xml" Id="R67307eb2b53847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641c1235d64e7e" /><Relationship Type="http://schemas.openxmlformats.org/officeDocument/2006/relationships/notesMaster" Target="/ppt/notesMasters/notesMaster1.xml" Id="R655ff43c754346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4ff261ab9d46d1" /><Relationship Type="http://schemas.openxmlformats.org/officeDocument/2006/relationships/notesMaster" Target="/ppt/notesMasters/notesMaster1.xml" Id="R8e6fc84a57df45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28fadea8ea4be3" /><Relationship Type="http://schemas.openxmlformats.org/officeDocument/2006/relationships/notesMaster" Target="/ppt/notesMasters/notesMaster1.xml" Id="Rbb1cdb7da10646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d657f6fa34b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13ce832afd4cd0" /><Relationship Type="http://schemas.openxmlformats.org/officeDocument/2006/relationships/slideLayout" Target="/ppt/slideLayouts/slideLayout1.xml" Id="Redcd2b45ad2f4f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cd2b45ad2f4f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6841e9ae04ecd" /><Relationship Type="http://schemas.openxmlformats.org/officeDocument/2006/relationships/notesSlide" Target="/ppt/notesSlides/notesSlide1.xml" Id="R6249fba614a84f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f23446186447a" /><Relationship Type="http://schemas.openxmlformats.org/officeDocument/2006/relationships/image" Target="/ppt/media/image.png" Id="R9e986c0bd35d4ab0" /><Relationship Type="http://schemas.openxmlformats.org/officeDocument/2006/relationships/notesSlide" Target="/ppt/notesSlides/notesSlide2.xml" Id="R0d8bec9d1e634c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8fc94e03a4a77" /><Relationship Type="http://schemas.openxmlformats.org/officeDocument/2006/relationships/image" Target="/ppt/media/image2.png" Id="R37aeccb630b0416b" /><Relationship Type="http://schemas.openxmlformats.org/officeDocument/2006/relationships/notesSlide" Target="/ppt/notesSlides/notesSlide3.xml" Id="R5f0e04db68fe4e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2f67f330b4a3b" /><Relationship Type="http://schemas.openxmlformats.org/officeDocument/2006/relationships/image" Target="/ppt/media/image3.png" Id="R77cc6791a50e46c5" /><Relationship Type="http://schemas.openxmlformats.org/officeDocument/2006/relationships/notesSlide" Target="/ppt/notesSlides/notesSlide4.xml" Id="R3c035445f44d46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3ba257cbf4f90" /><Relationship Type="http://schemas.openxmlformats.org/officeDocument/2006/relationships/image" Target="/ppt/media/image4.png" Id="R97daf3aaba004e52" /><Relationship Type="http://schemas.openxmlformats.org/officeDocument/2006/relationships/notesSlide" Target="/ppt/notesSlides/notesSlide5.xml" Id="R6de83148122147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a6bd0078142f5" /><Relationship Type="http://schemas.openxmlformats.org/officeDocument/2006/relationships/image" Target="/ppt/media/image5.png" Id="R540892be8bd54059" /><Relationship Type="http://schemas.openxmlformats.org/officeDocument/2006/relationships/notesSlide" Target="/ppt/notesSlides/notesSlide6.xml" Id="R447f883181c849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842d85acc4e3a" /><Relationship Type="http://schemas.openxmlformats.org/officeDocument/2006/relationships/image" Target="/ppt/media/image6.png" Id="Rbabc741b6a974bb1" /><Relationship Type="http://schemas.openxmlformats.org/officeDocument/2006/relationships/notesSlide" Target="/ppt/notesSlides/notesSlide7.xml" Id="Re1ce5c53194444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10fced65a43f2" /><Relationship Type="http://schemas.openxmlformats.org/officeDocument/2006/relationships/image" Target="/ppt/media/image7.png" Id="R9fbe1ffe3f594305" /><Relationship Type="http://schemas.openxmlformats.org/officeDocument/2006/relationships/notesSlide" Target="/ppt/notesSlides/notesSlide8.xml" Id="Rdf76d100f27c4f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94a7fd713439b" /><Relationship Type="http://schemas.openxmlformats.org/officeDocument/2006/relationships/image" Target="/ppt/media/image8.png" Id="R7e3387c8681840a5" /><Relationship Type="http://schemas.openxmlformats.org/officeDocument/2006/relationships/notesSlide" Target="/ppt/notesSlides/notesSlide9.xml" Id="R23e2f2f1e0654d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cdd9cc9864cf1" /><Relationship Type="http://schemas.openxmlformats.org/officeDocument/2006/relationships/notesSlide" Target="/ppt/notesSlides/notesSlide10.xml" Id="Re373e2ce30f14c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1-text-1">
            <a:extLst xmlns:a="http://schemas.openxmlformats.org/drawingml/2006/main">
              <a:ext uri="{FF2B5EF4-FFF2-40B4-BE49-F238E27FC236}">
                <a16:creationId xmlns:a16="http://schemas.microsoft.com/office/drawing/2014/main" id="{CDBC1E9D-0E2E-4F82-ABF8-EEBA80E6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2026.09.14 요청사항 기준 · 작성 2026.09.16</a:t>
            </a:r>
          </a:p>
        </p:txBody>
      </p:sp>
      <p:sp>
        <p:nvSpPr>
          <p:cNvPr id="2" name="slide-1-text-2">
            <a:extLst xmlns:a="http://schemas.openxmlformats.org/drawingml/2006/main">
              <a:ext uri="{FF2B5EF4-FFF2-40B4-BE49-F238E27FC236}">
                <a16:creationId xmlns:a16="http://schemas.microsoft.com/office/drawing/2014/main" id="{E7FA3B90-013B-4470-B7D1-E9C0A5CA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포니체험 예약사이트 요청사항 반영 안내</a:t>
            </a:r>
          </a:p>
        </p:txBody>
      </p:sp>
      <p:sp>
        <p:nvSpPr>
          <p:cNvPr id="3" name="slide-1-rect-3">
            <a:extLst xmlns:a="http://schemas.openxmlformats.org/drawingml/2006/main">
              <a:ext uri="{FF2B5EF4-FFF2-40B4-BE49-F238E27FC236}">
                <a16:creationId xmlns:a16="http://schemas.microsoft.com/office/drawing/2014/main" id="{F0EB65BC-E74F-4F44-A1DD-21991381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1-text-4">
            <a:extLst xmlns:a="http://schemas.openxmlformats.org/drawingml/2006/main">
              <a:ext uri="{FF2B5EF4-FFF2-40B4-BE49-F238E27FC236}">
                <a16:creationId xmlns:a16="http://schemas.microsoft.com/office/drawing/2014/main" id="{23BE9922-FD94-481B-AAB9-A723E5E5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1-text-5">
            <a:extLst xmlns:a="http://schemas.openxmlformats.org/drawingml/2006/main">
              <a:ext uri="{FF2B5EF4-FFF2-40B4-BE49-F238E27FC236}">
                <a16:creationId xmlns:a16="http://schemas.microsoft.com/office/drawing/2014/main" id="{66E9D571-5396-4408-BFFD-8D7C9D82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01 / 10</a:t>
            </a:r>
          </a:p>
        </p:txBody>
      </p:sp>
      <p:sp>
        <p:nvSpPr>
          <p:cNvPr id="6" name="slide-1-text-6">
            <a:extLst xmlns:a="http://schemas.openxmlformats.org/drawingml/2006/main">
              <a:ext uri="{FF2B5EF4-FFF2-40B4-BE49-F238E27FC236}">
                <a16:creationId xmlns:a16="http://schemas.microsoft.com/office/drawing/2014/main" id="{4682AA9D-26BF-4C3E-A474-F95EC34F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838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요청하신 화면 위치를 원본 PDF 순서에 맞춰 정리하고, 반영 방식과 관리자 운영 방법을 안내드립니다.</a:t>
            </a:r>
          </a:p>
        </p:txBody>
      </p:sp>
      <p:sp>
        <p:nvSpPr>
          <p:cNvPr id="7" name="slide-1-rect-7">
            <a:extLst xmlns:a="http://schemas.openxmlformats.org/drawingml/2006/main">
              <a:ext uri="{FF2B5EF4-FFF2-40B4-BE49-F238E27FC236}">
                <a16:creationId xmlns:a16="http://schemas.microsoft.com/office/drawing/2014/main" id="{11B81391-6080-4580-894C-256F8824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002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8" name="slide-1-text-8">
            <a:extLst xmlns:a="http://schemas.openxmlformats.org/drawingml/2006/main">
              <a:ext uri="{FF2B5EF4-FFF2-40B4-BE49-F238E27FC236}">
                <a16:creationId xmlns:a16="http://schemas.microsoft.com/office/drawing/2014/main" id="{CEA7CAB5-427A-49A5-8962-50C547C9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1p</a:t>
            </a:r>
          </a:p>
        </p:txBody>
      </p:sp>
      <p:sp>
        <p:nvSpPr>
          <p:cNvPr id="9" name="slide-1-text-9">
            <a:extLst xmlns:a="http://schemas.openxmlformats.org/drawingml/2006/main">
              <a:ext uri="{FF2B5EF4-FFF2-40B4-BE49-F238E27FC236}">
                <a16:creationId xmlns:a16="http://schemas.microsoft.com/office/drawing/2014/main" id="{A91032FF-D64A-4E31-9604-5162A7A3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954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이용 대상 안내</a:t>
            </a:r>
          </a:p>
        </p:txBody>
      </p:sp>
      <p:sp>
        <p:nvSpPr>
          <p:cNvPr id="10" name="slide-1-text-10">
            <a:extLst xmlns:a="http://schemas.openxmlformats.org/drawingml/2006/main">
              <a:ext uri="{FF2B5EF4-FFF2-40B4-BE49-F238E27FC236}">
                <a16:creationId xmlns:a16="http://schemas.microsoft.com/office/drawing/2014/main" id="{54AA170A-2805-4B18-A641-039ACBA0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954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프로그램별 안내 문구 및 확인사항으로 관리</a:t>
            </a:r>
          </a:p>
        </p:txBody>
      </p:sp>
      <p:sp>
        <p:nvSpPr>
          <p:cNvPr id="11" name="slide-1-rect-11">
            <a:extLst xmlns:a="http://schemas.openxmlformats.org/drawingml/2006/main">
              <a:ext uri="{FF2B5EF4-FFF2-40B4-BE49-F238E27FC236}">
                <a16:creationId xmlns:a16="http://schemas.microsoft.com/office/drawing/2014/main" id="{4D335F0D-106A-41B4-B42A-173379AF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431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12" name="slide-1-text-12">
            <a:extLst xmlns:a="http://schemas.openxmlformats.org/drawingml/2006/main">
              <a:ext uri="{FF2B5EF4-FFF2-40B4-BE49-F238E27FC236}">
                <a16:creationId xmlns:a16="http://schemas.microsoft.com/office/drawing/2014/main" id="{282E3BE6-B2A3-451D-9CD6-FF484C0D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2p</a:t>
            </a:r>
          </a:p>
        </p:txBody>
      </p:sp>
      <p:sp>
        <p:nvSpPr>
          <p:cNvPr id="13" name="slide-1-text-13">
            <a:extLst xmlns:a="http://schemas.openxmlformats.org/drawingml/2006/main">
              <a:ext uri="{FF2B5EF4-FFF2-40B4-BE49-F238E27FC236}">
                <a16:creationId xmlns:a16="http://schemas.microsoft.com/office/drawing/2014/main" id="{361EB7C5-6AEA-45B5-8CB4-A4028106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383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예약 수량·할인 증빙 안내</a:t>
            </a:r>
          </a:p>
        </p:txBody>
      </p:sp>
      <p:sp>
        <p:nvSpPr>
          <p:cNvPr id="14" name="slide-1-text-14">
            <a:extLst xmlns:a="http://schemas.openxmlformats.org/drawingml/2006/main">
              <a:ext uri="{FF2B5EF4-FFF2-40B4-BE49-F238E27FC236}">
                <a16:creationId xmlns:a16="http://schemas.microsoft.com/office/drawing/2014/main" id="{A9780204-7C37-4AD6-A528-30A5BD87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최대 4매 강조 / 할인 선택 시 정책 안내</a:t>
            </a:r>
          </a:p>
        </p:txBody>
      </p:sp>
      <p:sp>
        <p:nvSpPr>
          <p:cNvPr id="15" name="slide-1-rect-15">
            <a:extLst xmlns:a="http://schemas.openxmlformats.org/drawingml/2006/main">
              <a:ext uri="{FF2B5EF4-FFF2-40B4-BE49-F238E27FC236}">
                <a16:creationId xmlns:a16="http://schemas.microsoft.com/office/drawing/2014/main" id="{BD7D00BD-400F-4C9A-9FA9-FCA3515A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16" name="slide-1-text-16">
            <a:extLst xmlns:a="http://schemas.openxmlformats.org/drawingml/2006/main">
              <a:ext uri="{FF2B5EF4-FFF2-40B4-BE49-F238E27FC236}">
                <a16:creationId xmlns:a16="http://schemas.microsoft.com/office/drawing/2014/main" id="{A8EBEDAD-DD9B-42D6-9B56-43D30F03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07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3p</a:t>
            </a:r>
          </a:p>
        </p:txBody>
      </p:sp>
      <p:sp>
        <p:nvSpPr>
          <p:cNvPr id="17" name="slide-1-text-17">
            <a:extLst xmlns:a="http://schemas.openxmlformats.org/drawingml/2006/main">
              <a:ext uri="{FF2B5EF4-FFF2-40B4-BE49-F238E27FC236}">
                <a16:creationId xmlns:a16="http://schemas.microsoft.com/office/drawing/2014/main" id="{8D2B5C4A-F54C-4603-80CC-34D1DB09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812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상품 요약 카드</a:t>
            </a:r>
          </a:p>
        </p:txBody>
      </p:sp>
      <p:sp>
        <p:nvSpPr>
          <p:cNvPr id="18" name="slide-1-text-18">
            <a:extLst xmlns:a="http://schemas.openxmlformats.org/drawingml/2006/main">
              <a:ext uri="{FF2B5EF4-FFF2-40B4-BE49-F238E27FC236}">
                <a16:creationId xmlns:a16="http://schemas.microsoft.com/office/drawing/2014/main" id="{96524262-FE8A-4D1E-8C0F-35C11181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선택한 할인만 표시</a:t>
            </a:r>
          </a:p>
        </p:txBody>
      </p:sp>
      <p:sp>
        <p:nvSpPr>
          <p:cNvPr id="19" name="slide-1-rect-19">
            <a:extLst xmlns:a="http://schemas.openxmlformats.org/drawingml/2006/main">
              <a:ext uri="{FF2B5EF4-FFF2-40B4-BE49-F238E27FC236}">
                <a16:creationId xmlns:a16="http://schemas.microsoft.com/office/drawing/2014/main" id="{BBD21EA4-84D9-441E-A65E-95611E48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289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0" name="slide-1-text-20">
            <a:extLst xmlns:a="http://schemas.openxmlformats.org/drawingml/2006/main">
              <a:ext uri="{FF2B5EF4-FFF2-40B4-BE49-F238E27FC236}">
                <a16:creationId xmlns:a16="http://schemas.microsoft.com/office/drawing/2014/main" id="{2B93E9F9-12C9-4996-92EC-923A1B3E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4p</a:t>
            </a:r>
          </a:p>
        </p:txBody>
      </p:sp>
      <p:sp>
        <p:nvSpPr>
          <p:cNvPr id="21" name="slide-1-text-21">
            <a:extLst xmlns:a="http://schemas.openxmlformats.org/drawingml/2006/main">
              <a:ext uri="{FF2B5EF4-FFF2-40B4-BE49-F238E27FC236}">
                <a16:creationId xmlns:a16="http://schemas.microsoft.com/office/drawing/2014/main" id="{CB21B7D0-2DB1-44E4-9F92-DDA80CDA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이용 전 확인사항</a:t>
            </a:r>
          </a:p>
        </p:txBody>
      </p:sp>
      <p:sp>
        <p:nvSpPr>
          <p:cNvPr id="22" name="slide-1-text-22">
            <a:extLst xmlns:a="http://schemas.openxmlformats.org/drawingml/2006/main">
              <a:ext uri="{FF2B5EF4-FFF2-40B4-BE49-F238E27FC236}">
                <a16:creationId xmlns:a16="http://schemas.microsoft.com/office/drawing/2014/main" id="{F0391F00-B796-4D6D-B7DF-DEE5A6D3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프로그램 선택 단계에서 확인 및 필수 체크</a:t>
            </a:r>
          </a:p>
        </p:txBody>
      </p:sp>
      <p:sp>
        <p:nvSpPr>
          <p:cNvPr id="23" name="slide-1-rect-23">
            <a:extLst xmlns:a="http://schemas.openxmlformats.org/drawingml/2006/main">
              <a:ext uri="{FF2B5EF4-FFF2-40B4-BE49-F238E27FC236}">
                <a16:creationId xmlns:a16="http://schemas.microsoft.com/office/drawing/2014/main" id="{C8C86F3D-9033-4E31-9F7B-43578425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718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4" name="slide-1-text-24">
            <a:extLst xmlns:a="http://schemas.openxmlformats.org/drawingml/2006/main">
              <a:ext uri="{FF2B5EF4-FFF2-40B4-BE49-F238E27FC236}">
                <a16:creationId xmlns:a16="http://schemas.microsoft.com/office/drawing/2014/main" id="{65B34139-B37A-49CC-8675-C55D8735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5p</a:t>
            </a:r>
          </a:p>
        </p:txBody>
      </p:sp>
      <p:sp>
        <p:nvSpPr>
          <p:cNvPr id="25" name="slide-1-text-25">
            <a:extLst xmlns:a="http://schemas.openxmlformats.org/drawingml/2006/main">
              <a:ext uri="{FF2B5EF4-FFF2-40B4-BE49-F238E27FC236}">
                <a16:creationId xmlns:a16="http://schemas.microsoft.com/office/drawing/2014/main" id="{58BDC522-CEFA-4B75-8EA6-8D6616A9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670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입장 대기 안내</a:t>
            </a:r>
          </a:p>
        </p:txBody>
      </p:sp>
      <p:sp>
        <p:nvSpPr>
          <p:cNvPr id="26" name="slide-1-text-26">
            <a:extLst xmlns:a="http://schemas.openxmlformats.org/drawingml/2006/main">
              <a:ext uri="{FF2B5EF4-FFF2-40B4-BE49-F238E27FC236}">
                <a16:creationId xmlns:a16="http://schemas.microsoft.com/office/drawing/2014/main" id="{DD17D5E4-44F3-4471-8CAA-8FA9448F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프로그램별 설정된 대기 시간 적용</a:t>
            </a:r>
          </a:p>
        </p:txBody>
      </p:sp>
      <p:sp>
        <p:nvSpPr>
          <p:cNvPr id="27" name="slide-1-rect-27">
            <a:extLst xmlns:a="http://schemas.openxmlformats.org/drawingml/2006/main">
              <a:ext uri="{FF2B5EF4-FFF2-40B4-BE49-F238E27FC236}">
                <a16:creationId xmlns:a16="http://schemas.microsoft.com/office/drawing/2014/main" id="{B52295BF-4D82-415C-B777-875F2D14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3147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8" name="slide-1-text-28">
            <a:extLst xmlns:a="http://schemas.openxmlformats.org/drawingml/2006/main">
              <a:ext uri="{FF2B5EF4-FFF2-40B4-BE49-F238E27FC236}">
                <a16:creationId xmlns:a16="http://schemas.microsoft.com/office/drawing/2014/main" id="{B0B1EA4F-B7FC-4946-9DAE-84606465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6p</a:t>
            </a:r>
          </a:p>
        </p:txBody>
      </p:sp>
      <p:sp>
        <p:nvSpPr>
          <p:cNvPr id="29" name="slide-1-text-29">
            <a:extLst xmlns:a="http://schemas.openxmlformats.org/drawingml/2006/main">
              <a:ext uri="{FF2B5EF4-FFF2-40B4-BE49-F238E27FC236}">
                <a16:creationId xmlns:a16="http://schemas.microsoft.com/office/drawing/2014/main" id="{995D6D66-847B-4CF1-BB36-4612697D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99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증빙 배지·캐릭터 이미지</a:t>
            </a:r>
          </a:p>
        </p:txBody>
      </p:sp>
      <p:sp>
        <p:nvSpPr>
          <p:cNvPr id="30" name="slide-1-text-30">
            <a:extLst xmlns:a="http://schemas.openxmlformats.org/drawingml/2006/main">
              <a:ext uri="{FF2B5EF4-FFF2-40B4-BE49-F238E27FC236}">
                <a16:creationId xmlns:a16="http://schemas.microsoft.com/office/drawing/2014/main" id="{09B855F5-DC5F-4893-AAFE-E304640B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배지 강조 / 포니랜드 대표 말마 이미지 통일</a:t>
            </a:r>
          </a:p>
        </p:txBody>
      </p:sp>
      <p:sp>
        <p:nvSpPr>
          <p:cNvPr id="31" name="slide-1-rect-31">
            <a:extLst xmlns:a="http://schemas.openxmlformats.org/drawingml/2006/main">
              <a:ext uri="{FF2B5EF4-FFF2-40B4-BE49-F238E27FC236}">
                <a16:creationId xmlns:a16="http://schemas.microsoft.com/office/drawing/2014/main" id="{1330E25B-6008-45DD-98A1-55CA72A8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576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32" name="slide-1-text-32">
            <a:extLst xmlns:a="http://schemas.openxmlformats.org/drawingml/2006/main">
              <a:ext uri="{FF2B5EF4-FFF2-40B4-BE49-F238E27FC236}">
                <a16:creationId xmlns:a16="http://schemas.microsoft.com/office/drawing/2014/main" id="{965BE1EB-6B6F-4BA6-8148-0C1D51C5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7p</a:t>
            </a:r>
          </a:p>
        </p:txBody>
      </p:sp>
      <p:sp>
        <p:nvSpPr>
          <p:cNvPr id="33" name="slide-1-text-33">
            <a:extLst xmlns:a="http://schemas.openxmlformats.org/drawingml/2006/main">
              <a:ext uri="{FF2B5EF4-FFF2-40B4-BE49-F238E27FC236}">
                <a16:creationId xmlns:a16="http://schemas.microsoft.com/office/drawing/2014/main" id="{8350660D-2230-4C0A-9995-46E65BF8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528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평일·공휴일 운영</a:t>
            </a:r>
          </a:p>
        </p:txBody>
      </p:sp>
      <p:sp>
        <p:nvSpPr>
          <p:cNvPr id="34" name="slide-1-text-34">
            <a:extLst xmlns:a="http://schemas.openxmlformats.org/drawingml/2006/main">
              <a:ext uri="{FF2B5EF4-FFF2-40B4-BE49-F238E27FC236}">
                <a16:creationId xmlns:a16="http://schemas.microsoft.com/office/drawing/2014/main" id="{569D4251-C124-445E-ADC7-2C77FAE2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528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기존 운영 일정 설정으로 지정</a:t>
            </a:r>
          </a:p>
        </p:txBody>
      </p:sp>
      <p:sp>
        <p:nvSpPr>
          <p:cNvPr id="35" name="slide-1-rect-35">
            <a:extLst xmlns:a="http://schemas.openxmlformats.org/drawingml/2006/main">
              <a:ext uri="{FF2B5EF4-FFF2-40B4-BE49-F238E27FC236}">
                <a16:creationId xmlns:a16="http://schemas.microsoft.com/office/drawing/2014/main" id="{08B5337C-B1FC-44A1-A8B5-33B148C2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36" name="slide-1-text-36">
            <a:extLst xmlns:a="http://schemas.openxmlformats.org/drawingml/2006/main">
              <a:ext uri="{FF2B5EF4-FFF2-40B4-BE49-F238E27FC236}">
                <a16:creationId xmlns:a16="http://schemas.microsoft.com/office/drawing/2014/main" id="{524C6340-560B-4916-B56D-5435056F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8p</a:t>
            </a:r>
          </a:p>
        </p:txBody>
      </p:sp>
      <p:sp>
        <p:nvSpPr>
          <p:cNvPr id="37" name="slide-1-text-37">
            <a:extLst xmlns:a="http://schemas.openxmlformats.org/drawingml/2006/main">
              <a:ext uri="{FF2B5EF4-FFF2-40B4-BE49-F238E27FC236}">
                <a16:creationId xmlns:a16="http://schemas.microsoft.com/office/drawing/2014/main" id="{9949D7C7-8BA4-45EE-AA74-93D41CB0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957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기상 상황에 따른 운영 중단</a:t>
            </a:r>
          </a:p>
        </p:txBody>
      </p:sp>
      <p:sp>
        <p:nvSpPr>
          <p:cNvPr id="38" name="slide-1-text-38">
            <a:extLst xmlns:a="http://schemas.openxmlformats.org/drawingml/2006/main">
              <a:ext uri="{FF2B5EF4-FFF2-40B4-BE49-F238E27FC236}">
                <a16:creationId xmlns:a16="http://schemas.microsoft.com/office/drawing/2014/main" id="{14D529FE-27B1-471E-AC9F-A78EED9B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휴장 설정 안내 / 취소·환불 범위 확인 필요</a:t>
            </a:r>
          </a:p>
        </p:txBody>
      </p:sp>
      <p:sp>
        <p:nvSpPr>
          <p:cNvPr id="39" name="slide-1-text-39">
            <a:extLst xmlns:a="http://schemas.openxmlformats.org/drawingml/2006/main">
              <a:ext uri="{FF2B5EF4-FFF2-40B4-BE49-F238E27FC236}">
                <a16:creationId xmlns:a16="http://schemas.microsoft.com/office/drawing/2014/main" id="{C2C30EB0-03FB-492B-B66A-661F5F18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2912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자료 기준: 전달된 반영·운영 안내 내용을 정리했습니다. 상세 페이지의 이미지는 원본 요청 화면이며, 수정 후 실제 화면은 포함하지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824612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2-text-1">
            <a:extLst xmlns:a="http://schemas.openxmlformats.org/drawingml/2006/main">
              <a:ext uri="{FF2B5EF4-FFF2-40B4-BE49-F238E27FC236}">
                <a16:creationId xmlns:a16="http://schemas.microsoft.com/office/drawing/2014/main" id="{1C6ACBB4-C848-4D15-8892-7930AFF3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1페이지 · 예약자 화면 · 프로그램 선택 영역</a:t>
            </a:r>
          </a:p>
        </p:txBody>
      </p:sp>
      <p:sp>
        <p:nvSpPr>
          <p:cNvPr id="2" name="slide-2-text-2">
            <a:extLst xmlns:a="http://schemas.openxmlformats.org/drawingml/2006/main">
              <a:ext uri="{FF2B5EF4-FFF2-40B4-BE49-F238E27FC236}">
                <a16:creationId xmlns:a16="http://schemas.microsoft.com/office/drawing/2014/main" id="{77CA9570-F6C2-4BCB-B4B9-EE311626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① 이용 대상 안내</a:t>
            </a:r>
          </a:p>
        </p:txBody>
      </p:sp>
      <p:sp>
        <p:nvSpPr>
          <p:cNvPr id="3" name="slide-2-rect-3">
            <a:extLst xmlns:a="http://schemas.openxmlformats.org/drawingml/2006/main">
              <a:ext uri="{FF2B5EF4-FFF2-40B4-BE49-F238E27FC236}">
                <a16:creationId xmlns:a16="http://schemas.microsoft.com/office/drawing/2014/main" id="{BDDB9CF1-A3D7-4CB9-9C7A-7B541C28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2-text-4">
            <a:extLst xmlns:a="http://schemas.openxmlformats.org/drawingml/2006/main">
              <a:ext uri="{FF2B5EF4-FFF2-40B4-BE49-F238E27FC236}">
                <a16:creationId xmlns:a16="http://schemas.microsoft.com/office/drawing/2014/main" id="{12A37C7B-CDF4-498D-B351-C258E017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2-text-5">
            <a:extLst xmlns:a="http://schemas.openxmlformats.org/drawingml/2006/main">
              <a:ext uri="{FF2B5EF4-FFF2-40B4-BE49-F238E27FC236}">
                <a16:creationId xmlns:a16="http://schemas.microsoft.com/office/drawing/2014/main" id="{92064F4D-86C6-407B-8E16-58698C2E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02 / 10</a:t>
            </a:r>
          </a:p>
        </p:txBody>
      </p:sp>
      <p:sp>
        <p:nvSpPr>
          <p:cNvPr id="6" name="slide-2-rect-6">
            <a:extLst xmlns:a="http://schemas.openxmlformats.org/drawingml/2006/main">
              <a:ext uri="{FF2B5EF4-FFF2-40B4-BE49-F238E27FC236}">
                <a16:creationId xmlns:a16="http://schemas.microsoft.com/office/drawing/2014/main" id="{914B951C-2E5A-4DC9-8EE2-DCCA8C83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2-text-7">
            <a:extLst xmlns:a="http://schemas.openxmlformats.org/drawingml/2006/main">
              <a:ext uri="{FF2B5EF4-FFF2-40B4-BE49-F238E27FC236}">
                <a16:creationId xmlns:a16="http://schemas.microsoft.com/office/drawing/2014/main" id="{F053EBEA-08B6-4B38-95D1-56924E4E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86c0bd35d4ab0"/>
          <a:stretch xmlns:a="http://schemas.openxmlformats.org/drawingml/2006/main"/>
        </p:blipFill>
        <p:spPr>
          <a:xfrm xmlns:a="http://schemas.openxmlformats.org/drawingml/2006/main">
            <a:off x="476250" y="2265193"/>
            <a:ext cx="4019550" cy="708363"/>
          </a:xfrm>
          <a:prstGeom xmlns:a="http://schemas.openxmlformats.org/drawingml/2006/main" prst="rect">
            <a:avLst/>
          </a:prstGeom>
        </p:spPr>
      </p:pic>
      <p:sp>
        <p:nvSpPr>
          <p:cNvPr id="9" name="slide-2-text-9">
            <a:extLst xmlns:a="http://schemas.openxmlformats.org/drawingml/2006/main">
              <a:ext uri="{FF2B5EF4-FFF2-40B4-BE49-F238E27FC236}">
                <a16:creationId xmlns:a16="http://schemas.microsoft.com/office/drawing/2014/main" id="{D9CD7695-A80F-4F6F-903D-D6D757A9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프로그램 선택 영역에 이용 대상 안내 요청</a:t>
            </a:r>
          </a:p>
        </p:txBody>
      </p:sp>
      <p:sp>
        <p:nvSpPr>
          <p:cNvPr id="10" name="slide-2-text-10">
            <a:extLst xmlns:a="http://schemas.openxmlformats.org/drawingml/2006/main">
              <a:ext uri="{FF2B5EF4-FFF2-40B4-BE49-F238E27FC236}">
                <a16:creationId xmlns:a16="http://schemas.microsoft.com/office/drawing/2014/main" id="{AC964EB5-1B83-4DC8-9893-82ED8006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2-text-11">
            <a:extLst xmlns:a="http://schemas.openxmlformats.org/drawingml/2006/main">
              <a:ext uri="{FF2B5EF4-FFF2-40B4-BE49-F238E27FC236}">
                <a16:creationId xmlns:a16="http://schemas.microsoft.com/office/drawing/2014/main" id="{6D3C2A18-7CD2-4950-B9AB-C6EEAD39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프로그램별 이용 대상을 명확히 표시하고, 키 제한 및 부모 동반 시 티켓 구매 기준을 안내해달라는 요청입니다.</a:t>
            </a:r>
          </a:p>
        </p:txBody>
      </p:sp>
      <p:sp>
        <p:nvSpPr>
          <p:cNvPr id="12" name="slide-2-text-12">
            <a:extLst xmlns:a="http://schemas.openxmlformats.org/drawingml/2006/main">
              <a:ext uri="{FF2B5EF4-FFF2-40B4-BE49-F238E27FC236}">
                <a16:creationId xmlns:a16="http://schemas.microsoft.com/office/drawing/2014/main" id="{643BAC64-F294-4758-9452-3615D41E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859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2-text-13">
            <a:extLst xmlns:a="http://schemas.openxmlformats.org/drawingml/2006/main">
              <a:ext uri="{FF2B5EF4-FFF2-40B4-BE49-F238E27FC236}">
                <a16:creationId xmlns:a16="http://schemas.microsoft.com/office/drawing/2014/main" id="{04BEE35F-4EB3-42DD-8BE9-9EAE0126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1452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프로그램 설정의 ‘안내 문구’ 또는 ‘이용 전 확인사항’에 이용 대상을 입력할 수 있습니다. 확인사항에 입력하면 사용자 확인 체크박스와 함께 표시됩니다.</a:t>
            </a:r>
          </a:p>
        </p:txBody>
      </p:sp>
      <p:sp>
        <p:nvSpPr>
          <p:cNvPr id="14" name="slide-2-text-14">
            <a:extLst xmlns:a="http://schemas.openxmlformats.org/drawingml/2006/main">
              <a:ext uri="{FF2B5EF4-FFF2-40B4-BE49-F238E27FC236}">
                <a16:creationId xmlns:a16="http://schemas.microsoft.com/office/drawing/2014/main" id="{3B1D32AD-B791-4F57-BB14-94540808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03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2-text-15">
            <a:extLst xmlns:a="http://schemas.openxmlformats.org/drawingml/2006/main">
              <a:ext uri="{FF2B5EF4-FFF2-40B4-BE49-F238E27FC236}">
                <a16:creationId xmlns:a16="http://schemas.microsoft.com/office/drawing/2014/main" id="{4459A3EC-122E-44FF-90C8-2B7E0780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관리자 &gt; 프로그램 설정 &gt; 안내 문구 / 이용 전 확인사항</a:t>
            </a:r>
          </a:p>
        </p:txBody>
      </p:sp>
      <p:sp>
        <p:nvSpPr>
          <p:cNvPr id="16" name="slide-2-rect-16">
            <a:extLst xmlns:a="http://schemas.openxmlformats.org/drawingml/2006/main">
              <a:ext uri="{FF2B5EF4-FFF2-40B4-BE49-F238E27FC236}">
                <a16:creationId xmlns:a16="http://schemas.microsoft.com/office/drawing/2014/main" id="{22762FC8-1D37-4543-BC68-C301DC20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2-text-17">
            <a:extLst xmlns:a="http://schemas.openxmlformats.org/drawingml/2006/main">
              <a:ext uri="{FF2B5EF4-FFF2-40B4-BE49-F238E27FC236}">
                <a16:creationId xmlns:a16="http://schemas.microsoft.com/office/drawing/2014/main" id="{9CDA7CA1-AA73-4DFD-AC35-1C8DD111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포니타기와 포니랑놀기의 이용 대상·동반자 구매 기준을 각각 입력해주세요. 확인사항이 있으면 체크 후 장바구니 담기 또는 예약이 가능합니다.</a:t>
            </a:r>
          </a:p>
        </p:txBody>
      </p:sp>
    </p:spTree>
    <p:extLst>
      <p:ext uri="{BB962C8B-B14F-4D97-AF65-F5344CB8AC3E}">
        <p14:creationId xmlns:p14="http://schemas.microsoft.com/office/powerpoint/2010/main" val="1131875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3-text-1">
            <a:extLst xmlns:a="http://schemas.openxmlformats.org/drawingml/2006/main">
              <a:ext uri="{FF2B5EF4-FFF2-40B4-BE49-F238E27FC236}">
                <a16:creationId xmlns:a16="http://schemas.microsoft.com/office/drawing/2014/main" id="{5D50FD00-D300-4AE9-AA3C-B1626EB1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2페이지 · 예약자 화면 · 인원 및 할인 선택 영역</a:t>
            </a:r>
          </a:p>
        </p:txBody>
      </p:sp>
      <p:sp>
        <p:nvSpPr>
          <p:cNvPr id="2" name="slide-3-text-2">
            <a:extLst xmlns:a="http://schemas.openxmlformats.org/drawingml/2006/main">
              <a:ext uri="{FF2B5EF4-FFF2-40B4-BE49-F238E27FC236}">
                <a16:creationId xmlns:a16="http://schemas.microsoft.com/office/drawing/2014/main" id="{23CC99DC-211F-41A3-A4DE-1353A4CD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②③ 예약 수량 및 할인 증빙 안내</a:t>
            </a:r>
          </a:p>
        </p:txBody>
      </p:sp>
      <p:sp>
        <p:nvSpPr>
          <p:cNvPr id="3" name="slide-3-rect-3">
            <a:extLst xmlns:a="http://schemas.openxmlformats.org/drawingml/2006/main">
              <a:ext uri="{FF2B5EF4-FFF2-40B4-BE49-F238E27FC236}">
                <a16:creationId xmlns:a16="http://schemas.microsoft.com/office/drawing/2014/main" id="{7CC70095-C85A-41D7-8C8D-E786613F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3-text-4">
            <a:extLst xmlns:a="http://schemas.openxmlformats.org/drawingml/2006/main">
              <a:ext uri="{FF2B5EF4-FFF2-40B4-BE49-F238E27FC236}">
                <a16:creationId xmlns:a16="http://schemas.microsoft.com/office/drawing/2014/main" id="{D48F9EF6-84AB-4AC8-9DC0-ADEF98A3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3-text-5">
            <a:extLst xmlns:a="http://schemas.openxmlformats.org/drawingml/2006/main">
              <a:ext uri="{FF2B5EF4-FFF2-40B4-BE49-F238E27FC236}">
                <a16:creationId xmlns:a16="http://schemas.microsoft.com/office/drawing/2014/main" id="{A8B43E7F-B33C-4899-94FB-85BB2B92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03 / 10</a:t>
            </a:r>
          </a:p>
        </p:txBody>
      </p:sp>
      <p:sp>
        <p:nvSpPr>
          <p:cNvPr id="6" name="slide-3-rect-6">
            <a:extLst xmlns:a="http://schemas.openxmlformats.org/drawingml/2006/main">
              <a:ext uri="{FF2B5EF4-FFF2-40B4-BE49-F238E27FC236}">
                <a16:creationId xmlns:a16="http://schemas.microsoft.com/office/drawing/2014/main" id="{25DA26EB-6D4C-4B77-9E79-7108ABB7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3-text-7">
            <a:extLst xmlns:a="http://schemas.openxmlformats.org/drawingml/2006/main">
              <a:ext uri="{FF2B5EF4-FFF2-40B4-BE49-F238E27FC236}">
                <a16:creationId xmlns:a16="http://schemas.microsoft.com/office/drawing/2014/main" id="{76DEA784-9481-4AE4-B817-F0C4541B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eccb630b0416b"/>
          <a:stretch xmlns:a="http://schemas.openxmlformats.org/drawingml/2006/main"/>
        </p:blipFill>
        <p:spPr>
          <a:xfrm xmlns:a="http://schemas.openxmlformats.org/drawingml/2006/main">
            <a:off x="476250" y="1914670"/>
            <a:ext cx="4019550" cy="1409411"/>
          </a:xfrm>
          <a:prstGeom xmlns:a="http://schemas.openxmlformats.org/drawingml/2006/main" prst="rect">
            <a:avLst/>
          </a:prstGeom>
        </p:spPr>
      </p:pic>
      <p:sp>
        <p:nvSpPr>
          <p:cNvPr id="9" name="slide-3-text-9">
            <a:extLst xmlns:a="http://schemas.openxmlformats.org/drawingml/2006/main">
              <a:ext uri="{FF2B5EF4-FFF2-40B4-BE49-F238E27FC236}">
                <a16:creationId xmlns:a16="http://schemas.microsoft.com/office/drawing/2014/main" id="{E0DBA4BE-A96C-4ED0-B5C1-59AD6133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인원 아래 수량 안내 / 할인 항목의 증빙 안내</a:t>
            </a:r>
          </a:p>
        </p:txBody>
      </p:sp>
      <p:sp>
        <p:nvSpPr>
          <p:cNvPr id="10" name="slide-3-text-10">
            <a:extLst xmlns:a="http://schemas.openxmlformats.org/drawingml/2006/main">
              <a:ext uri="{FF2B5EF4-FFF2-40B4-BE49-F238E27FC236}">
                <a16:creationId xmlns:a16="http://schemas.microsoft.com/office/drawing/2014/main" id="{ABE93A89-2F35-4214-92BB-77A86893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3-text-11">
            <a:extLst xmlns:a="http://schemas.openxmlformats.org/drawingml/2006/main">
              <a:ext uri="{FF2B5EF4-FFF2-40B4-BE49-F238E27FC236}">
                <a16:creationId xmlns:a16="http://schemas.microsoft.com/office/drawing/2014/main" id="{18D53FB3-92ED-4AAA-A76B-2F3E4212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하루 최대 4매와 과천시민 할인 최대 2매를 강조하고, 할인 문구에 증빙자료 제시 안내를 추가해달라는 요청입니다.</a:t>
            </a:r>
          </a:p>
        </p:txBody>
      </p:sp>
      <p:sp>
        <p:nvSpPr>
          <p:cNvPr id="12" name="slide-3-text-12">
            <a:extLst xmlns:a="http://schemas.openxmlformats.org/drawingml/2006/main">
              <a:ext uri="{FF2B5EF4-FFF2-40B4-BE49-F238E27FC236}">
                <a16:creationId xmlns:a16="http://schemas.microsoft.com/office/drawing/2014/main" id="{36F1E31B-E4FD-48DB-A1C1-A2C11DA0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859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3-text-13">
            <a:extLst xmlns:a="http://schemas.openxmlformats.org/drawingml/2006/main">
              <a:ext uri="{FF2B5EF4-FFF2-40B4-BE49-F238E27FC236}">
                <a16:creationId xmlns:a16="http://schemas.microsoft.com/office/drawing/2014/main" id="{EFAB7B1A-817C-4041-BF66-6BE8D549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1452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‘이용일 기준 최대 4매 구매 가능합니다.’를 주황색으로 강조합니다. 할인별 최대 적용 수량과 증빙 안내는 사용자가 해당 할인을 선택했을 때 확인할 수 있습니다.</a:t>
            </a:r>
          </a:p>
        </p:txBody>
      </p:sp>
      <p:sp>
        <p:nvSpPr>
          <p:cNvPr id="14" name="slide-3-text-14">
            <a:extLst xmlns:a="http://schemas.openxmlformats.org/drawingml/2006/main">
              <a:ext uri="{FF2B5EF4-FFF2-40B4-BE49-F238E27FC236}">
                <a16:creationId xmlns:a16="http://schemas.microsoft.com/office/drawing/2014/main" id="{E8018DCB-8266-40B3-841C-6D21661C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03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3-text-15">
            <a:extLst xmlns:a="http://schemas.openxmlformats.org/drawingml/2006/main">
              <a:ext uri="{FF2B5EF4-FFF2-40B4-BE49-F238E27FC236}">
                <a16:creationId xmlns:a16="http://schemas.microsoft.com/office/drawing/2014/main" id="{328F5299-0514-4FAD-9691-4A35C2EB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관리자 &gt; 할인 관리 &gt; 최대 적용 수량 / 증빙 안내</a:t>
            </a:r>
          </a:p>
        </p:txBody>
      </p:sp>
      <p:sp>
        <p:nvSpPr>
          <p:cNvPr id="16" name="slide-3-rect-16">
            <a:extLst xmlns:a="http://schemas.openxmlformats.org/drawingml/2006/main">
              <a:ext uri="{FF2B5EF4-FFF2-40B4-BE49-F238E27FC236}">
                <a16:creationId xmlns:a16="http://schemas.microsoft.com/office/drawing/2014/main" id="{6334804D-C874-4290-8B38-A5D864BA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3-text-17">
            <a:extLst xmlns:a="http://schemas.openxmlformats.org/drawingml/2006/main">
              <a:ext uri="{FF2B5EF4-FFF2-40B4-BE49-F238E27FC236}">
                <a16:creationId xmlns:a16="http://schemas.microsoft.com/office/drawing/2014/main" id="{58ADFD84-419C-4BF9-AE49-DA490E56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과천시민 할인 최대 2매 및 신분증·주민등록초본 등 현장 증빙 안내는 해당 할인 정책의 설정값으로 관리합니다.</a:t>
            </a:r>
          </a:p>
        </p:txBody>
      </p:sp>
    </p:spTree>
    <p:extLst>
      <p:ext uri="{BB962C8B-B14F-4D97-AF65-F5344CB8AC3E}">
        <p14:creationId xmlns:p14="http://schemas.microsoft.com/office/powerpoint/2010/main" val="1461783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4-text-1">
            <a:extLst xmlns:a="http://schemas.openxmlformats.org/drawingml/2006/main">
              <a:ext uri="{FF2B5EF4-FFF2-40B4-BE49-F238E27FC236}">
                <a16:creationId xmlns:a16="http://schemas.microsoft.com/office/drawing/2014/main" id="{FE7D23A1-96D2-4E98-9200-043D7B2E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3페이지 · 예약자 화면 · 우측 상품 요약 카드</a:t>
            </a:r>
          </a:p>
        </p:txBody>
      </p:sp>
      <p:sp>
        <p:nvSpPr>
          <p:cNvPr id="2" name="slide-4-text-2">
            <a:extLst xmlns:a="http://schemas.openxmlformats.org/drawingml/2006/main">
              <a:ext uri="{FF2B5EF4-FFF2-40B4-BE49-F238E27FC236}">
                <a16:creationId xmlns:a16="http://schemas.microsoft.com/office/drawing/2014/main" id="{1165F13F-7BA0-43C0-8DFD-1B89783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④ 상품 요약 카드의 할인 표시</a:t>
            </a:r>
          </a:p>
        </p:txBody>
      </p:sp>
      <p:sp>
        <p:nvSpPr>
          <p:cNvPr id="3" name="slide-4-rect-3">
            <a:extLst xmlns:a="http://schemas.openxmlformats.org/drawingml/2006/main">
              <a:ext uri="{FF2B5EF4-FFF2-40B4-BE49-F238E27FC236}">
                <a16:creationId xmlns:a16="http://schemas.microsoft.com/office/drawing/2014/main" id="{0D4AD839-FA3C-489A-8F5A-E3951083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4-text-4">
            <a:extLst xmlns:a="http://schemas.openxmlformats.org/drawingml/2006/main">
              <a:ext uri="{FF2B5EF4-FFF2-40B4-BE49-F238E27FC236}">
                <a16:creationId xmlns:a16="http://schemas.microsoft.com/office/drawing/2014/main" id="{314D10A9-468A-4118-AF83-1A6D2635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4-text-5">
            <a:extLst xmlns:a="http://schemas.openxmlformats.org/drawingml/2006/main">
              <a:ext uri="{FF2B5EF4-FFF2-40B4-BE49-F238E27FC236}">
                <a16:creationId xmlns:a16="http://schemas.microsoft.com/office/drawing/2014/main" id="{ACE39EE1-3544-41A7-AB66-7A1CAF68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04 / 10</a:t>
            </a:r>
          </a:p>
        </p:txBody>
      </p:sp>
      <p:sp>
        <p:nvSpPr>
          <p:cNvPr id="6" name="slide-4-rect-6">
            <a:extLst xmlns:a="http://schemas.openxmlformats.org/drawingml/2006/main">
              <a:ext uri="{FF2B5EF4-FFF2-40B4-BE49-F238E27FC236}">
                <a16:creationId xmlns:a16="http://schemas.microsoft.com/office/drawing/2014/main" id="{91C4BAFA-BF89-4E8C-8BA2-C2AFF474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4-text-7">
            <a:extLst xmlns:a="http://schemas.openxmlformats.org/drawingml/2006/main">
              <a:ext uri="{FF2B5EF4-FFF2-40B4-BE49-F238E27FC236}">
                <a16:creationId xmlns:a16="http://schemas.microsoft.com/office/drawing/2014/main" id="{12BA6F05-7F41-4B0C-A68E-309FC2E4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c6791a50e46c5"/>
          <a:stretch xmlns:a="http://schemas.openxmlformats.org/drawingml/2006/main"/>
        </p:blipFill>
        <p:spPr>
          <a:xfrm xmlns:a="http://schemas.openxmlformats.org/drawingml/2006/main">
            <a:off x="476250" y="1714976"/>
            <a:ext cx="4019550" cy="1808798"/>
          </a:xfrm>
          <a:prstGeom xmlns:a="http://schemas.openxmlformats.org/drawingml/2006/main" prst="rect">
            <a:avLst/>
          </a:prstGeom>
        </p:spPr>
      </p:pic>
      <p:sp>
        <p:nvSpPr>
          <p:cNvPr id="9" name="slide-4-text-9">
            <a:extLst xmlns:a="http://schemas.openxmlformats.org/drawingml/2006/main">
              <a:ext uri="{FF2B5EF4-FFF2-40B4-BE49-F238E27FC236}">
                <a16:creationId xmlns:a16="http://schemas.microsoft.com/office/drawing/2014/main" id="{37F97318-B31B-42AF-A3B7-50C10D83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우측 요약 카드의 할인 문구 표시 영역</a:t>
            </a:r>
          </a:p>
        </p:txBody>
      </p:sp>
      <p:sp>
        <p:nvSpPr>
          <p:cNvPr id="10" name="slide-4-text-10">
            <a:extLst xmlns:a="http://schemas.openxmlformats.org/drawingml/2006/main">
              <a:ext uri="{FF2B5EF4-FFF2-40B4-BE49-F238E27FC236}">
                <a16:creationId xmlns:a16="http://schemas.microsoft.com/office/drawing/2014/main" id="{47CB1DA9-A3B7-4751-9021-8DAC5B88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4-text-11">
            <a:extLst xmlns:a="http://schemas.openxmlformats.org/drawingml/2006/main">
              <a:ext uri="{FF2B5EF4-FFF2-40B4-BE49-F238E27FC236}">
                <a16:creationId xmlns:a16="http://schemas.microsoft.com/office/drawing/2014/main" id="{8F72FA0C-6E82-4F86-924E-083983F3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할인을 적용하지 않았는데 상품 요약 카드에 할인 정보가 표시되는 이유를 확인해달라는 요청입니다.</a:t>
            </a:r>
          </a:p>
        </p:txBody>
      </p:sp>
      <p:sp>
        <p:nvSpPr>
          <p:cNvPr id="12" name="slide-4-text-12">
            <a:extLst xmlns:a="http://schemas.openxmlformats.org/drawingml/2006/main">
              <a:ext uri="{FF2B5EF4-FFF2-40B4-BE49-F238E27FC236}">
                <a16:creationId xmlns:a16="http://schemas.microsoft.com/office/drawing/2014/main" id="{B2A1E0BB-67A1-49CD-9913-6617E03E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859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4-text-13">
            <a:extLst xmlns:a="http://schemas.openxmlformats.org/drawingml/2006/main">
              <a:ext uri="{FF2B5EF4-FFF2-40B4-BE49-F238E27FC236}">
                <a16:creationId xmlns:a16="http://schemas.microsoft.com/office/drawing/2014/main" id="{26DFF726-A095-4599-96EF-8393C6DC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1452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사용자가 실제로 할인을 선택한 경우에만 상품 요약 카드에 할인 정보가 표시되도록 수정했다고 전달받았습니다. 미선택 시 할인 관련 문구는 표시하지 않습니다.</a:t>
            </a:r>
          </a:p>
        </p:txBody>
      </p:sp>
      <p:sp>
        <p:nvSpPr>
          <p:cNvPr id="14" name="slide-4-text-14">
            <a:extLst xmlns:a="http://schemas.openxmlformats.org/drawingml/2006/main">
              <a:ext uri="{FF2B5EF4-FFF2-40B4-BE49-F238E27FC236}">
                <a16:creationId xmlns:a16="http://schemas.microsoft.com/office/drawing/2014/main" id="{561EFA4A-7D30-45C4-92FA-C8CB56C8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03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4-text-15">
            <a:extLst xmlns:a="http://schemas.openxmlformats.org/drawingml/2006/main">
              <a:ext uri="{FF2B5EF4-FFF2-40B4-BE49-F238E27FC236}">
                <a16:creationId xmlns:a16="http://schemas.microsoft.com/office/drawing/2014/main" id="{70B087FA-6394-48ED-9271-E6A7630E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사용자 할인 선택 상태에 따라 자동 표시</a:t>
            </a:r>
          </a:p>
        </p:txBody>
      </p:sp>
      <p:sp>
        <p:nvSpPr>
          <p:cNvPr id="16" name="slide-4-rect-16">
            <a:extLst xmlns:a="http://schemas.openxmlformats.org/drawingml/2006/main">
              <a:ext uri="{FF2B5EF4-FFF2-40B4-BE49-F238E27FC236}">
                <a16:creationId xmlns:a16="http://schemas.microsoft.com/office/drawing/2014/main" id="{485A23F9-13B7-48E0-BD86-46BD8C73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4-text-17">
            <a:extLst xmlns:a="http://schemas.openxmlformats.org/drawingml/2006/main">
              <a:ext uri="{FF2B5EF4-FFF2-40B4-BE49-F238E27FC236}">
                <a16:creationId xmlns:a16="http://schemas.microsoft.com/office/drawing/2014/main" id="{AD783F78-8073-43C8-8CDF-73A1688D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수정 후 화면에서는 ‘할인 미선택’과 ‘할인 선택’ 두 상태를 비교해 표시 여부를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97178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5-text-1">
            <a:extLst xmlns:a="http://schemas.openxmlformats.org/drawingml/2006/main">
              <a:ext uri="{FF2B5EF4-FFF2-40B4-BE49-F238E27FC236}">
                <a16:creationId xmlns:a16="http://schemas.microsoft.com/office/drawing/2014/main" id="{8495FF40-A8DE-49D8-9A4A-C43C8731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4페이지 · 예약자 화면 · 프로그램 선택 단계로 안내 위치 변경</a:t>
            </a:r>
          </a:p>
        </p:txBody>
      </p:sp>
      <p:sp>
        <p:nvSpPr>
          <p:cNvPr id="2" name="slide-5-text-2">
            <a:extLst xmlns:a="http://schemas.openxmlformats.org/drawingml/2006/main">
              <a:ext uri="{FF2B5EF4-FFF2-40B4-BE49-F238E27FC236}">
                <a16:creationId xmlns:a16="http://schemas.microsoft.com/office/drawing/2014/main" id="{65E5D4C7-16A9-4F8A-80B2-4E6FACD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⑤ 이용 전 확인사항 및 사용자 확인</a:t>
            </a:r>
          </a:p>
        </p:txBody>
      </p:sp>
      <p:sp>
        <p:nvSpPr>
          <p:cNvPr id="3" name="slide-5-rect-3">
            <a:extLst xmlns:a="http://schemas.openxmlformats.org/drawingml/2006/main">
              <a:ext uri="{FF2B5EF4-FFF2-40B4-BE49-F238E27FC236}">
                <a16:creationId xmlns:a16="http://schemas.microsoft.com/office/drawing/2014/main" id="{FC2CC4C1-CFD5-4E31-BF7E-25F2383F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5-text-4">
            <a:extLst xmlns:a="http://schemas.openxmlformats.org/drawingml/2006/main">
              <a:ext uri="{FF2B5EF4-FFF2-40B4-BE49-F238E27FC236}">
                <a16:creationId xmlns:a16="http://schemas.microsoft.com/office/drawing/2014/main" id="{2EA0751A-D8A2-4E7E-9678-D76383C8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5-text-5">
            <a:extLst xmlns:a="http://schemas.openxmlformats.org/drawingml/2006/main">
              <a:ext uri="{FF2B5EF4-FFF2-40B4-BE49-F238E27FC236}">
                <a16:creationId xmlns:a16="http://schemas.microsoft.com/office/drawing/2014/main" id="{F9ECD616-8F5A-46BA-9A1F-137CF57E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05 / 10</a:t>
            </a:r>
          </a:p>
        </p:txBody>
      </p:sp>
      <p:sp>
        <p:nvSpPr>
          <p:cNvPr id="6" name="slide-5-rect-6">
            <a:extLst xmlns:a="http://schemas.openxmlformats.org/drawingml/2006/main">
              <a:ext uri="{FF2B5EF4-FFF2-40B4-BE49-F238E27FC236}">
                <a16:creationId xmlns:a16="http://schemas.microsoft.com/office/drawing/2014/main" id="{06FFB1E6-FB57-4ED8-8256-5CA845E2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5-text-7">
            <a:extLst xmlns:a="http://schemas.openxmlformats.org/drawingml/2006/main">
              <a:ext uri="{FF2B5EF4-FFF2-40B4-BE49-F238E27FC236}">
                <a16:creationId xmlns:a16="http://schemas.microsoft.com/office/drawing/2014/main" id="{C1530912-6EF6-4D43-8F5D-A7FD2CB5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af3aaba004e52"/>
          <a:stretch xmlns:a="http://schemas.openxmlformats.org/drawingml/2006/main"/>
        </p:blipFill>
        <p:spPr>
          <a:xfrm xmlns:a="http://schemas.openxmlformats.org/drawingml/2006/main">
            <a:off x="1162241" y="1333500"/>
            <a:ext cx="2647568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slide-5-text-9">
            <a:extLst xmlns:a="http://schemas.openxmlformats.org/drawingml/2006/main">
              <a:ext uri="{FF2B5EF4-FFF2-40B4-BE49-F238E27FC236}">
                <a16:creationId xmlns:a16="http://schemas.microsoft.com/office/drawing/2014/main" id="{CE923322-1A9E-436B-A697-A08B7564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원본은 결제 단계 / 반영 안내는 프로그램 선택 단계</a:t>
            </a:r>
          </a:p>
        </p:txBody>
      </p:sp>
      <p:sp>
        <p:nvSpPr>
          <p:cNvPr id="10" name="slide-5-text-10">
            <a:extLst xmlns:a="http://schemas.openxmlformats.org/drawingml/2006/main">
              <a:ext uri="{FF2B5EF4-FFF2-40B4-BE49-F238E27FC236}">
                <a16:creationId xmlns:a16="http://schemas.microsoft.com/office/drawing/2014/main" id="{ACAB50D9-D74D-46B0-825F-E2633658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5-text-11">
            <a:extLst xmlns:a="http://schemas.openxmlformats.org/drawingml/2006/main">
              <a:ext uri="{FF2B5EF4-FFF2-40B4-BE49-F238E27FC236}">
                <a16:creationId xmlns:a16="http://schemas.microsoft.com/office/drawing/2014/main" id="{1BEFF70B-DB14-4ECB-A4F5-F44539A9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결제 버튼 클릭 시 이용 대상·체험 방법·할인 정책·취소 안내를 팝업으로 표시하거나, 예약 정보 아래에 강조된 확인사항을 표시해달라는 요청입니다.</a:t>
            </a:r>
          </a:p>
        </p:txBody>
      </p:sp>
      <p:sp>
        <p:nvSpPr>
          <p:cNvPr id="12" name="slide-5-text-12">
            <a:extLst xmlns:a="http://schemas.openxmlformats.org/drawingml/2006/main">
              <a:ext uri="{FF2B5EF4-FFF2-40B4-BE49-F238E27FC236}">
                <a16:creationId xmlns:a16="http://schemas.microsoft.com/office/drawing/2014/main" id="{C86428F2-D479-4F40-898B-347EBEE6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5-text-13">
            <a:extLst xmlns:a="http://schemas.openxmlformats.org/drawingml/2006/main">
              <a:ext uri="{FF2B5EF4-FFF2-40B4-BE49-F238E27FC236}">
                <a16:creationId xmlns:a16="http://schemas.microsoft.com/office/drawing/2014/main" id="{78CEC354-3E94-4614-9AC6-2FAD5FB7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프로그램을 선택할 때 ‘이용 전 확인사항’을 미리 표시하는 방식으로 구성했습니다. 등록된 확인사항의 ‘확인하였습니다.’에 체크해야 장바구니 담기 또는 예약이 가능합니다.</a:t>
            </a:r>
          </a:p>
        </p:txBody>
      </p:sp>
      <p:sp>
        <p:nvSpPr>
          <p:cNvPr id="14" name="slide-5-text-14">
            <a:extLst xmlns:a="http://schemas.openxmlformats.org/drawingml/2006/main">
              <a:ext uri="{FF2B5EF4-FFF2-40B4-BE49-F238E27FC236}">
                <a16:creationId xmlns:a16="http://schemas.microsoft.com/office/drawing/2014/main" id="{0432398A-7DBE-4C61-86F1-850C6755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5-text-15">
            <a:extLst xmlns:a="http://schemas.openxmlformats.org/drawingml/2006/main">
              <a:ext uri="{FF2B5EF4-FFF2-40B4-BE49-F238E27FC236}">
                <a16:creationId xmlns:a16="http://schemas.microsoft.com/office/drawing/2014/main" id="{5BD8BFE1-4A92-4DBE-ABF6-4F4778B3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관리자 &gt; 프로그램 설정 &gt; 이용 전 확인사항</a:t>
            </a:r>
          </a:p>
        </p:txBody>
      </p:sp>
      <p:sp>
        <p:nvSpPr>
          <p:cNvPr id="16" name="slide-5-rect-16">
            <a:extLst xmlns:a="http://schemas.openxmlformats.org/drawingml/2006/main">
              <a:ext uri="{FF2B5EF4-FFF2-40B4-BE49-F238E27FC236}">
                <a16:creationId xmlns:a16="http://schemas.microsoft.com/office/drawing/2014/main" id="{1C92743A-739E-4771-8838-9BB519B3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5-text-17">
            <a:extLst xmlns:a="http://schemas.openxmlformats.org/drawingml/2006/main">
              <a:ext uri="{FF2B5EF4-FFF2-40B4-BE49-F238E27FC236}">
                <a16:creationId xmlns:a16="http://schemas.microsoft.com/office/drawing/2014/main" id="{50BE30F2-EE04-41B4-99B6-CE6AF323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요청한 결제 단계 팝업과 표시 시점이 다릅니다. 프로그램 선택 단계의 안내 위치와 체크 필수 동작을 확인해주세요.</a:t>
            </a:r>
          </a:p>
        </p:txBody>
      </p:sp>
    </p:spTree>
    <p:extLst>
      <p:ext uri="{BB962C8B-B14F-4D97-AF65-F5344CB8AC3E}">
        <p14:creationId xmlns:p14="http://schemas.microsoft.com/office/powerpoint/2010/main" val="16776956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ext-1">
            <a:extLst xmlns:a="http://schemas.openxmlformats.org/drawingml/2006/main">
              <a:ext uri="{FF2B5EF4-FFF2-40B4-BE49-F238E27FC236}">
                <a16:creationId xmlns:a16="http://schemas.microsoft.com/office/drawing/2014/main" id="{249C9EC8-AD20-40ED-91DD-2C3C389E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5페이지 · 예약자 화면 · 티켓의 입장 상태 안내 아래</a:t>
            </a:r>
          </a:p>
        </p:txBody>
      </p:sp>
      <p:sp>
        <p:nvSpPr>
          <p:cNvPr id="2" name="slide-6-text-2">
            <a:extLst xmlns:a="http://schemas.openxmlformats.org/drawingml/2006/main">
              <a:ext uri="{FF2B5EF4-FFF2-40B4-BE49-F238E27FC236}">
                <a16:creationId xmlns:a16="http://schemas.microsoft.com/office/drawing/2014/main" id="{27641661-CDA5-48C3-9DCF-297AC23E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⑥ 입장 대기 안내 문구</a:t>
            </a:r>
          </a:p>
        </p:txBody>
      </p:sp>
      <p:sp>
        <p:nvSpPr>
          <p:cNvPr id="3" name="slide-6-rect-3">
            <a:extLst xmlns:a="http://schemas.openxmlformats.org/drawingml/2006/main">
              <a:ext uri="{FF2B5EF4-FFF2-40B4-BE49-F238E27FC236}">
                <a16:creationId xmlns:a16="http://schemas.microsoft.com/office/drawing/2014/main" id="{EEE0B6C4-A6D6-4C3F-A9C1-A77F06C5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6-text-4">
            <a:extLst xmlns:a="http://schemas.openxmlformats.org/drawingml/2006/main">
              <a:ext uri="{FF2B5EF4-FFF2-40B4-BE49-F238E27FC236}">
                <a16:creationId xmlns:a16="http://schemas.microsoft.com/office/drawing/2014/main" id="{AC1604DD-5CC1-462E-94E0-5EE5D497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6-text-5">
            <a:extLst xmlns:a="http://schemas.openxmlformats.org/drawingml/2006/main">
              <a:ext uri="{FF2B5EF4-FFF2-40B4-BE49-F238E27FC236}">
                <a16:creationId xmlns:a16="http://schemas.microsoft.com/office/drawing/2014/main" id="{E3C447A3-61E5-40CB-850F-DA642476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06 / 10</a:t>
            </a:r>
          </a:p>
        </p:txBody>
      </p:sp>
      <p:sp>
        <p:nvSpPr>
          <p:cNvPr id="6" name="slide-6-rect-6">
            <a:extLst xmlns:a="http://schemas.openxmlformats.org/drawingml/2006/main">
              <a:ext uri="{FF2B5EF4-FFF2-40B4-BE49-F238E27FC236}">
                <a16:creationId xmlns:a16="http://schemas.microsoft.com/office/drawing/2014/main" id="{933A3676-131A-4755-B208-E653EE51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6-text-7">
            <a:extLst xmlns:a="http://schemas.openxmlformats.org/drawingml/2006/main">
              <a:ext uri="{FF2B5EF4-FFF2-40B4-BE49-F238E27FC236}">
                <a16:creationId xmlns:a16="http://schemas.microsoft.com/office/drawing/2014/main" id="{062006D4-A177-4A8C-A643-1A7F4A3E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892be8bd54059"/>
          <a:stretch xmlns:a="http://schemas.openxmlformats.org/drawingml/2006/main"/>
        </p:blipFill>
        <p:spPr>
          <a:xfrm xmlns:a="http://schemas.openxmlformats.org/drawingml/2006/main">
            <a:off x="1461684" y="1333500"/>
            <a:ext cx="2048682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slide-6-text-9">
            <a:extLst xmlns:a="http://schemas.openxmlformats.org/drawingml/2006/main">
              <a:ext uri="{FF2B5EF4-FFF2-40B4-BE49-F238E27FC236}">
                <a16:creationId xmlns:a16="http://schemas.microsoft.com/office/drawing/2014/main" id="{DD2D892E-5FDC-48A9-A295-D99EA972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티켓의 입장 안내 문구를 변경하는 항목</a:t>
            </a:r>
          </a:p>
        </p:txBody>
      </p:sp>
      <p:sp>
        <p:nvSpPr>
          <p:cNvPr id="10" name="slide-6-text-10">
            <a:extLst xmlns:a="http://schemas.openxmlformats.org/drawingml/2006/main">
              <a:ext uri="{FF2B5EF4-FFF2-40B4-BE49-F238E27FC236}">
                <a16:creationId xmlns:a16="http://schemas.microsoft.com/office/drawing/2014/main" id="{C7C8E051-37BC-4164-B409-89566821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6-text-11">
            <a:extLst xmlns:a="http://schemas.openxmlformats.org/drawingml/2006/main">
              <a:ext uri="{FF2B5EF4-FFF2-40B4-BE49-F238E27FC236}">
                <a16:creationId xmlns:a16="http://schemas.microsoft.com/office/drawing/2014/main" id="{5B23FEF7-7BA2-49FC-86D3-4156CD2C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체험 종료 시각에 맞춰 방문하지 않도록 ‘16:00까지 체험장으로 오셔서 대기해주세요.’처럼 시작 시각에 맞춘 안내를 요청했습니다.</a:t>
            </a:r>
          </a:p>
        </p:txBody>
      </p:sp>
      <p:sp>
        <p:nvSpPr>
          <p:cNvPr id="12" name="slide-6-text-12">
            <a:extLst xmlns:a="http://schemas.openxmlformats.org/drawingml/2006/main">
              <a:ext uri="{FF2B5EF4-FFF2-40B4-BE49-F238E27FC236}">
                <a16:creationId xmlns:a16="http://schemas.microsoft.com/office/drawing/2014/main" id="{F6C00A05-241A-45D0-8E0D-D2616378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6-text-13">
            <a:extLst xmlns:a="http://schemas.openxmlformats.org/drawingml/2006/main">
              <a:ext uri="{FF2B5EF4-FFF2-40B4-BE49-F238E27FC236}">
                <a16:creationId xmlns:a16="http://schemas.microsoft.com/office/drawing/2014/main" id="{BCAAA9B5-A4EF-480C-B58F-8AAD581B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입장 대기 및 입장 가능 상태의 티켓에 ‘N분 전까지 방문하셔서 입장을 대기해주세요.’를 표시합니다. N에는 프로그램별로 설정된 입장 대기 시간이 적용됩니다.</a:t>
            </a:r>
          </a:p>
        </p:txBody>
      </p:sp>
      <p:sp>
        <p:nvSpPr>
          <p:cNvPr id="14" name="slide-6-text-14">
            <a:extLst xmlns:a="http://schemas.openxmlformats.org/drawingml/2006/main">
              <a:ext uri="{FF2B5EF4-FFF2-40B4-BE49-F238E27FC236}">
                <a16:creationId xmlns:a16="http://schemas.microsoft.com/office/drawing/2014/main" id="{CEF52A1E-9808-4BCA-8B42-8681CF43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6-text-15">
            <a:extLst xmlns:a="http://schemas.openxmlformats.org/drawingml/2006/main">
              <a:ext uri="{FF2B5EF4-FFF2-40B4-BE49-F238E27FC236}">
                <a16:creationId xmlns:a16="http://schemas.microsoft.com/office/drawing/2014/main" id="{CF2D7106-7C9D-42B0-9563-678A33B1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관리자 &gt; 프로그램별 입장 대기 시간 설정</a:t>
            </a:r>
          </a:p>
        </p:txBody>
      </p:sp>
      <p:sp>
        <p:nvSpPr>
          <p:cNvPr id="16" name="slide-6-rect-16">
            <a:extLst xmlns:a="http://schemas.openxmlformats.org/drawingml/2006/main">
              <a:ext uri="{FF2B5EF4-FFF2-40B4-BE49-F238E27FC236}">
                <a16:creationId xmlns:a16="http://schemas.microsoft.com/office/drawing/2014/main" id="{EFB3A3FB-8262-440B-85C5-8408E442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6-text-17">
            <a:extLst xmlns:a="http://schemas.openxmlformats.org/drawingml/2006/main">
              <a:ext uri="{FF2B5EF4-FFF2-40B4-BE49-F238E27FC236}">
                <a16:creationId xmlns:a16="http://schemas.microsoft.com/office/drawing/2014/main" id="{D485A648-5646-42D4-AFB1-14C81C40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방문 시각을 직접 쓰는 원본 요청과 상대 시간 안내 방식이 다릅니다. 체험 시각과 함께 읽었을 때 명확한지 확인해주세요. 장소 안내는 프로그램별 확인사항에 입력할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458648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7-text-1">
            <a:extLst xmlns:a="http://schemas.openxmlformats.org/drawingml/2006/main">
              <a:ext uri="{FF2B5EF4-FFF2-40B4-BE49-F238E27FC236}">
                <a16:creationId xmlns:a16="http://schemas.microsoft.com/office/drawing/2014/main" id="{170B27AD-725F-4A52-B472-95FFC5E5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6페이지 · 예약자 화면 · 티켓 상단 배지와 캐릭터 영역</a:t>
            </a:r>
          </a:p>
        </p:txBody>
      </p:sp>
      <p:sp>
        <p:nvSpPr>
          <p:cNvPr id="2" name="slide-7-text-2">
            <a:extLst xmlns:a="http://schemas.openxmlformats.org/drawingml/2006/main">
              <a:ext uri="{FF2B5EF4-FFF2-40B4-BE49-F238E27FC236}">
                <a16:creationId xmlns:a16="http://schemas.microsoft.com/office/drawing/2014/main" id="{06B7F20E-40F6-47E5-8F31-080409BA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⑦⑧ 할인 증빙 강조 및 이미지 통일</a:t>
            </a:r>
          </a:p>
        </p:txBody>
      </p:sp>
      <p:sp>
        <p:nvSpPr>
          <p:cNvPr id="3" name="slide-7-rect-3">
            <a:extLst xmlns:a="http://schemas.openxmlformats.org/drawingml/2006/main">
              <a:ext uri="{FF2B5EF4-FFF2-40B4-BE49-F238E27FC236}">
                <a16:creationId xmlns:a16="http://schemas.microsoft.com/office/drawing/2014/main" id="{6BFAE4CF-39D4-491C-8D0A-4C6A8AA9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7-text-4">
            <a:extLst xmlns:a="http://schemas.openxmlformats.org/drawingml/2006/main">
              <a:ext uri="{FF2B5EF4-FFF2-40B4-BE49-F238E27FC236}">
                <a16:creationId xmlns:a16="http://schemas.microsoft.com/office/drawing/2014/main" id="{89E0C831-C384-4DBD-9CFF-FA5A1959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7-text-5">
            <a:extLst xmlns:a="http://schemas.openxmlformats.org/drawingml/2006/main">
              <a:ext uri="{FF2B5EF4-FFF2-40B4-BE49-F238E27FC236}">
                <a16:creationId xmlns:a16="http://schemas.microsoft.com/office/drawing/2014/main" id="{0DCDB3B0-83AA-4F24-8761-C2B1389F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07 / 10</a:t>
            </a:r>
          </a:p>
        </p:txBody>
      </p:sp>
      <p:sp>
        <p:nvSpPr>
          <p:cNvPr id="6" name="slide-7-rect-6">
            <a:extLst xmlns:a="http://schemas.openxmlformats.org/drawingml/2006/main">
              <a:ext uri="{FF2B5EF4-FFF2-40B4-BE49-F238E27FC236}">
                <a16:creationId xmlns:a16="http://schemas.microsoft.com/office/drawing/2014/main" id="{2A7860E6-EEF4-4876-A9BD-A9772666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7-text-7">
            <a:extLst xmlns:a="http://schemas.openxmlformats.org/drawingml/2006/main">
              <a:ext uri="{FF2B5EF4-FFF2-40B4-BE49-F238E27FC236}">
                <a16:creationId xmlns:a16="http://schemas.microsoft.com/office/drawing/2014/main" id="{DBED1AA9-6814-4F6D-AE37-2BA80EC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c741b6a974bb1"/>
          <a:stretch xmlns:a="http://schemas.openxmlformats.org/drawingml/2006/main"/>
        </p:blipFill>
        <p:spPr>
          <a:xfrm xmlns:a="http://schemas.openxmlformats.org/drawingml/2006/main">
            <a:off x="1461684" y="1333500"/>
            <a:ext cx="2048682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slide-7-text-9">
            <a:extLst xmlns:a="http://schemas.openxmlformats.org/drawingml/2006/main">
              <a:ext uri="{FF2B5EF4-FFF2-40B4-BE49-F238E27FC236}">
                <a16:creationId xmlns:a16="http://schemas.microsoft.com/office/drawing/2014/main" id="{1DAA21BB-11B9-46C7-9E46-4306A447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상단 증빙 배지 / 중간 및 하단 캐릭터 위치</a:t>
            </a:r>
          </a:p>
        </p:txBody>
      </p:sp>
      <p:sp>
        <p:nvSpPr>
          <p:cNvPr id="10" name="slide-7-text-10">
            <a:extLst xmlns:a="http://schemas.openxmlformats.org/drawingml/2006/main">
              <a:ext uri="{FF2B5EF4-FFF2-40B4-BE49-F238E27FC236}">
                <a16:creationId xmlns:a16="http://schemas.microsoft.com/office/drawing/2014/main" id="{0F1D8023-394C-4835-8362-CBB753DB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7-text-11">
            <a:extLst xmlns:a="http://schemas.openxmlformats.org/drawingml/2006/main">
              <a:ext uri="{FF2B5EF4-FFF2-40B4-BE49-F238E27FC236}">
                <a16:creationId xmlns:a16="http://schemas.microsoft.com/office/drawing/2014/main" id="{F349F4F7-43FA-47AB-803F-5DA03FA1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야외에서 확인하기 쉽도록 증빙 표시를 키우고, 프로그램별 아이콘 또는 포니랜드 대표 말마 이미지 적용을 요청했습니다.</a:t>
            </a:r>
          </a:p>
        </p:txBody>
      </p:sp>
      <p:sp>
        <p:nvSpPr>
          <p:cNvPr id="12" name="slide-7-text-12">
            <a:extLst xmlns:a="http://schemas.openxmlformats.org/drawingml/2006/main">
              <a:ext uri="{FF2B5EF4-FFF2-40B4-BE49-F238E27FC236}">
                <a16:creationId xmlns:a16="http://schemas.microsoft.com/office/drawing/2014/main" id="{223422F0-B4E1-4C7C-BC7F-0F5E9E82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859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7-text-13">
            <a:extLst xmlns:a="http://schemas.openxmlformats.org/drawingml/2006/main">
              <a:ext uri="{FF2B5EF4-FFF2-40B4-BE49-F238E27FC236}">
                <a16:creationId xmlns:a16="http://schemas.microsoft.com/office/drawing/2014/main" id="{D13EF3DF-9B8A-462C-81C0-6B171A3D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1452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‘할인 증빙 검토 필요’ 배지의 크기와 시인성을 높였다고 전달받았습니다. 별도로 전달받은 포니랜드 대표 말마 이미지를 티켓 상단과 입장 확인 영역에 동일하게 적용했습니다.</a:t>
            </a:r>
          </a:p>
        </p:txBody>
      </p:sp>
      <p:sp>
        <p:nvSpPr>
          <p:cNvPr id="14" name="slide-7-text-14">
            <a:extLst xmlns:a="http://schemas.openxmlformats.org/drawingml/2006/main">
              <a:ext uri="{FF2B5EF4-FFF2-40B4-BE49-F238E27FC236}">
                <a16:creationId xmlns:a16="http://schemas.microsoft.com/office/drawing/2014/main" id="{21039E67-5D46-406D-8D3E-B4FF89ED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03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7-text-15">
            <a:extLst xmlns:a="http://schemas.openxmlformats.org/drawingml/2006/main">
              <a:ext uri="{FF2B5EF4-FFF2-40B4-BE49-F238E27FC236}">
                <a16:creationId xmlns:a16="http://schemas.microsoft.com/office/drawing/2014/main" id="{D8A3DB0C-9AF8-4E61-99E8-F5DEAE43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배지 표시 및 티켓 이미지 영역에 적용</a:t>
            </a:r>
          </a:p>
        </p:txBody>
      </p:sp>
      <p:sp>
        <p:nvSpPr>
          <p:cNvPr id="16" name="slide-7-rect-16">
            <a:extLst xmlns:a="http://schemas.openxmlformats.org/drawingml/2006/main">
              <a:ext uri="{FF2B5EF4-FFF2-40B4-BE49-F238E27FC236}">
                <a16:creationId xmlns:a16="http://schemas.microsoft.com/office/drawing/2014/main" id="{54ED1546-F92C-4A63-A345-A948E269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7-text-17">
            <a:extLst xmlns:a="http://schemas.openxmlformats.org/drawingml/2006/main">
              <a:ext uri="{FF2B5EF4-FFF2-40B4-BE49-F238E27FC236}">
                <a16:creationId xmlns:a16="http://schemas.microsoft.com/office/drawing/2014/main" id="{4B852635-08BB-488B-A749-59AB73FC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현재 배지 크기와 강조 수준이 현장 확인에 적절한지 검토해주세요. 왼쪽 원본 이미지에는 변경 전 말마 아이콘이 표시되어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1285899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8-text-1">
            <a:extLst xmlns:a="http://schemas.openxmlformats.org/drawingml/2006/main">
              <a:ext uri="{FF2B5EF4-FFF2-40B4-BE49-F238E27FC236}">
                <a16:creationId xmlns:a16="http://schemas.microsoft.com/office/drawing/2014/main" id="{3C9A1291-2A81-4DB5-97DF-51C4030B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7페이지 · 관리자 화면 · 운영 일정 달력</a:t>
            </a:r>
          </a:p>
        </p:txBody>
      </p:sp>
      <p:sp>
        <p:nvSpPr>
          <p:cNvPr id="2" name="slide-8-text-2">
            <a:extLst xmlns:a="http://schemas.openxmlformats.org/drawingml/2006/main">
              <a:ext uri="{FF2B5EF4-FFF2-40B4-BE49-F238E27FC236}">
                <a16:creationId xmlns:a16="http://schemas.microsoft.com/office/drawing/2014/main" id="{8240A255-85C5-41D0-9115-863F643D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⑨ 평일 및 공휴일 운영 설정</a:t>
            </a:r>
          </a:p>
        </p:txBody>
      </p:sp>
      <p:sp>
        <p:nvSpPr>
          <p:cNvPr id="3" name="slide-8-rect-3">
            <a:extLst xmlns:a="http://schemas.openxmlformats.org/drawingml/2006/main">
              <a:ext uri="{FF2B5EF4-FFF2-40B4-BE49-F238E27FC236}">
                <a16:creationId xmlns:a16="http://schemas.microsoft.com/office/drawing/2014/main" id="{B3F5CB27-C173-4913-89FD-0DAAEA04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8-text-4">
            <a:extLst xmlns:a="http://schemas.openxmlformats.org/drawingml/2006/main">
              <a:ext uri="{FF2B5EF4-FFF2-40B4-BE49-F238E27FC236}">
                <a16:creationId xmlns:a16="http://schemas.microsoft.com/office/drawing/2014/main" id="{2EE2FEAC-6DC3-4377-B5C8-9A7007C2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8-text-5">
            <a:extLst xmlns:a="http://schemas.openxmlformats.org/drawingml/2006/main">
              <a:ext uri="{FF2B5EF4-FFF2-40B4-BE49-F238E27FC236}">
                <a16:creationId xmlns:a16="http://schemas.microsoft.com/office/drawing/2014/main" id="{3B044A70-7DB5-468C-8AAC-D008C603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08 / 10</a:t>
            </a:r>
          </a:p>
        </p:txBody>
      </p:sp>
      <p:sp>
        <p:nvSpPr>
          <p:cNvPr id="6" name="slide-8-rect-6">
            <a:extLst xmlns:a="http://schemas.openxmlformats.org/drawingml/2006/main">
              <a:ext uri="{FF2B5EF4-FFF2-40B4-BE49-F238E27FC236}">
                <a16:creationId xmlns:a16="http://schemas.microsoft.com/office/drawing/2014/main" id="{DCC06742-D9F3-450E-ADAF-814EB6DD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8-text-7">
            <a:extLst xmlns:a="http://schemas.openxmlformats.org/drawingml/2006/main">
              <a:ext uri="{FF2B5EF4-FFF2-40B4-BE49-F238E27FC236}">
                <a16:creationId xmlns:a16="http://schemas.microsoft.com/office/drawing/2014/main" id="{56F2FC93-EAFF-4AE3-BCD8-86EF1E69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e1ffe3f594305"/>
          <a:stretch xmlns:a="http://schemas.openxmlformats.org/drawingml/2006/main"/>
        </p:blipFill>
        <p:spPr>
          <a:xfrm xmlns:a="http://schemas.openxmlformats.org/drawingml/2006/main">
            <a:off x="476250" y="1913175"/>
            <a:ext cx="4019550" cy="1412399"/>
          </a:xfrm>
          <a:prstGeom xmlns:a="http://schemas.openxmlformats.org/drawingml/2006/main" prst="rect">
            <a:avLst/>
          </a:prstGeom>
        </p:spPr>
      </p:pic>
      <p:sp>
        <p:nvSpPr>
          <p:cNvPr id="9" name="slide-8-text-9">
            <a:extLst xmlns:a="http://schemas.openxmlformats.org/drawingml/2006/main">
              <a:ext uri="{FF2B5EF4-FFF2-40B4-BE49-F238E27FC236}">
                <a16:creationId xmlns:a16="http://schemas.microsoft.com/office/drawing/2014/main" id="{8BF45FDD-A09E-4B4F-A8C0-C33952CF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원본에서 10월 5일·9일 운영 지정 가능 여부 문의</a:t>
            </a:r>
          </a:p>
        </p:txBody>
      </p:sp>
      <p:sp>
        <p:nvSpPr>
          <p:cNvPr id="10" name="slide-8-text-10">
            <a:extLst xmlns:a="http://schemas.openxmlformats.org/drawingml/2006/main">
              <a:ext uri="{FF2B5EF4-FFF2-40B4-BE49-F238E27FC236}">
                <a16:creationId xmlns:a16="http://schemas.microsoft.com/office/drawing/2014/main" id="{6548F8C1-4897-43BF-9FD2-15F29F0D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8-text-11">
            <a:extLst xmlns:a="http://schemas.openxmlformats.org/drawingml/2006/main">
              <a:ext uri="{FF2B5EF4-FFF2-40B4-BE49-F238E27FC236}">
                <a16:creationId xmlns:a16="http://schemas.microsoft.com/office/drawing/2014/main" id="{2EF9FCF4-BC6C-47EB-AFC8-F4840CB7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평일이나 공휴일을 선택해 ‘운영’ 상태로 변경할 수 있는지 문의하셨습니다.</a:t>
            </a:r>
          </a:p>
        </p:txBody>
      </p:sp>
      <p:sp>
        <p:nvSpPr>
          <p:cNvPr id="12" name="slide-8-text-12">
            <a:extLst xmlns:a="http://schemas.openxmlformats.org/drawingml/2006/main">
              <a:ext uri="{FF2B5EF4-FFF2-40B4-BE49-F238E27FC236}">
                <a16:creationId xmlns:a16="http://schemas.microsoft.com/office/drawing/2014/main" id="{F4A8B8D0-F92F-451E-AD29-E0F465E9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859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8-text-13">
            <a:extLst xmlns:a="http://schemas.openxmlformats.org/drawingml/2006/main">
              <a:ext uri="{FF2B5EF4-FFF2-40B4-BE49-F238E27FC236}">
                <a16:creationId xmlns:a16="http://schemas.microsoft.com/office/drawing/2014/main" id="{C59522C5-19EC-4864-AFEC-6A5531AB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1452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기존 운영 일정 설정 기능으로 평일 및 공휴일을 운영일로 지정할 수 있습니다. 별도의 신규 기능 개발 없이 운영일을 변경하는 방식으로 안내드립니다.</a:t>
            </a:r>
          </a:p>
        </p:txBody>
      </p:sp>
      <p:sp>
        <p:nvSpPr>
          <p:cNvPr id="14" name="slide-8-text-14">
            <a:extLst xmlns:a="http://schemas.openxmlformats.org/drawingml/2006/main">
              <a:ext uri="{FF2B5EF4-FFF2-40B4-BE49-F238E27FC236}">
                <a16:creationId xmlns:a16="http://schemas.microsoft.com/office/drawing/2014/main" id="{75A5F4B0-8E50-4A6A-98DB-BA5545D5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03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8-text-15">
            <a:extLst xmlns:a="http://schemas.openxmlformats.org/drawingml/2006/main">
              <a:ext uri="{FF2B5EF4-FFF2-40B4-BE49-F238E27FC236}">
                <a16:creationId xmlns:a16="http://schemas.microsoft.com/office/drawing/2014/main" id="{3F6120BB-4E54-4E39-84C2-1AFFEB85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관리자 &gt; 운영 일정 설정 &gt; 해당 날짜 운영일 지정</a:t>
            </a:r>
          </a:p>
        </p:txBody>
      </p:sp>
      <p:sp>
        <p:nvSpPr>
          <p:cNvPr id="16" name="slide-8-rect-16">
            <a:extLst xmlns:a="http://schemas.openxmlformats.org/drawingml/2006/main">
              <a:ext uri="{FF2B5EF4-FFF2-40B4-BE49-F238E27FC236}">
                <a16:creationId xmlns:a16="http://schemas.microsoft.com/office/drawing/2014/main" id="{04DDC7F5-17B9-4D5D-8C5E-32502FB3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8-text-17">
            <a:extLst xmlns:a="http://schemas.openxmlformats.org/drawingml/2006/main">
              <a:ext uri="{FF2B5EF4-FFF2-40B4-BE49-F238E27FC236}">
                <a16:creationId xmlns:a16="http://schemas.microsoft.com/office/drawing/2014/main" id="{775831D7-EB24-4818-9C1B-B0FF10CF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대상 날짜의 운영 상태를 변경한 뒤 실제 운영 회차와 예약 가능 상태를 확인해주세요. 구체적인 설정 순서는 별도로 안내할 예정입니다.</a:t>
            </a:r>
          </a:p>
        </p:txBody>
      </p:sp>
    </p:spTree>
    <p:extLst>
      <p:ext uri="{BB962C8B-B14F-4D97-AF65-F5344CB8AC3E}">
        <p14:creationId xmlns:p14="http://schemas.microsoft.com/office/powerpoint/2010/main" val="14565122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9-text-1">
            <a:extLst xmlns:a="http://schemas.openxmlformats.org/drawingml/2006/main">
              <a:ext uri="{FF2B5EF4-FFF2-40B4-BE49-F238E27FC236}">
                <a16:creationId xmlns:a16="http://schemas.microsoft.com/office/drawing/2014/main" id="{8B7002E8-5CC2-4011-AB02-B18CD1C9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8페이지 · 관리자 화면 · 운영 일정 관리로 처리 안내</a:t>
            </a:r>
          </a:p>
        </p:txBody>
      </p:sp>
      <p:sp>
        <p:nvSpPr>
          <p:cNvPr id="2" name="slide-9-text-2">
            <a:extLst xmlns:a="http://schemas.openxmlformats.org/drawingml/2006/main">
              <a:ext uri="{FF2B5EF4-FFF2-40B4-BE49-F238E27FC236}">
                <a16:creationId xmlns:a16="http://schemas.microsoft.com/office/drawing/2014/main" id="{2666FC8F-85F6-48DD-BB99-71570DDA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⑩ 기상 상황에 따른 전체 운영 중단</a:t>
            </a:r>
          </a:p>
        </p:txBody>
      </p:sp>
      <p:sp>
        <p:nvSpPr>
          <p:cNvPr id="3" name="slide-9-rect-3">
            <a:extLst xmlns:a="http://schemas.openxmlformats.org/drawingml/2006/main">
              <a:ext uri="{FF2B5EF4-FFF2-40B4-BE49-F238E27FC236}">
                <a16:creationId xmlns:a16="http://schemas.microsoft.com/office/drawing/2014/main" id="{853654F1-9594-46B7-B803-EB0A7069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9-text-4">
            <a:extLst xmlns:a="http://schemas.openxmlformats.org/drawingml/2006/main">
              <a:ext uri="{FF2B5EF4-FFF2-40B4-BE49-F238E27FC236}">
                <a16:creationId xmlns:a16="http://schemas.microsoft.com/office/drawing/2014/main" id="{48057E82-7234-487A-A400-0A1929E4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9-text-5">
            <a:extLst xmlns:a="http://schemas.openxmlformats.org/drawingml/2006/main">
              <a:ext uri="{FF2B5EF4-FFF2-40B4-BE49-F238E27FC236}">
                <a16:creationId xmlns:a16="http://schemas.microsoft.com/office/drawing/2014/main" id="{A3D77F83-4DEE-4EF2-960B-3E913C43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09 / 10</a:t>
            </a:r>
          </a:p>
        </p:txBody>
      </p:sp>
      <p:sp>
        <p:nvSpPr>
          <p:cNvPr id="6" name="slide-9-rect-6">
            <a:extLst xmlns:a="http://schemas.openxmlformats.org/drawingml/2006/main">
              <a:ext uri="{FF2B5EF4-FFF2-40B4-BE49-F238E27FC236}">
                <a16:creationId xmlns:a16="http://schemas.microsoft.com/office/drawing/2014/main" id="{D1288925-8E27-4280-9614-253D0AF5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9-text-7">
            <a:extLst xmlns:a="http://schemas.openxmlformats.org/drawingml/2006/main">
              <a:ext uri="{FF2B5EF4-FFF2-40B4-BE49-F238E27FC236}">
                <a16:creationId xmlns:a16="http://schemas.microsoft.com/office/drawing/2014/main" id="{E3F8FCCD-AD49-4BA3-96AF-1E5A3284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387c8681840a5"/>
          <a:stretch xmlns:a="http://schemas.openxmlformats.org/drawingml/2006/main"/>
        </p:blipFill>
        <p:spPr>
          <a:xfrm xmlns:a="http://schemas.openxmlformats.org/drawingml/2006/main">
            <a:off x="476250" y="2090837"/>
            <a:ext cx="4019550" cy="1057075"/>
          </a:xfrm>
          <a:prstGeom xmlns:a="http://schemas.openxmlformats.org/drawingml/2006/main" prst="rect">
            <a:avLst/>
          </a:prstGeom>
        </p:spPr>
      </p:pic>
      <p:sp>
        <p:nvSpPr>
          <p:cNvPr id="9" name="slide-9-text-9">
            <a:extLst xmlns:a="http://schemas.openxmlformats.org/drawingml/2006/main">
              <a:ext uri="{FF2B5EF4-FFF2-40B4-BE49-F238E27FC236}">
                <a16:creationId xmlns:a16="http://schemas.microsoft.com/office/drawing/2014/main" id="{161D627A-12AF-4B2F-BAAB-B7A7CC79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원본은 티켓 일괄 취소 문의 / 안내는 휴장 설정</a:t>
            </a:r>
          </a:p>
        </p:txBody>
      </p:sp>
      <p:sp>
        <p:nvSpPr>
          <p:cNvPr id="10" name="slide-9-text-10">
            <a:extLst xmlns:a="http://schemas.openxmlformats.org/drawingml/2006/main">
              <a:ext uri="{FF2B5EF4-FFF2-40B4-BE49-F238E27FC236}">
                <a16:creationId xmlns:a16="http://schemas.microsoft.com/office/drawing/2014/main" id="{47B95C77-1798-4AAA-A9AA-2DC848A4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9-text-11">
            <a:extLst xmlns:a="http://schemas.openxmlformats.org/drawingml/2006/main">
              <a:ext uri="{FF2B5EF4-FFF2-40B4-BE49-F238E27FC236}">
                <a16:creationId xmlns:a16="http://schemas.microsoft.com/office/drawing/2014/main" id="{A8C3E770-CFBE-499F-A7FC-3DCAA30B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강우 등으로 당일 체험을 전체 취소할 때 티켓 일괄 취소와 고객 알림 메시지 발송이 가능한지 문의하셨습니다.</a:t>
            </a:r>
          </a:p>
        </p:txBody>
      </p:sp>
      <p:sp>
        <p:nvSpPr>
          <p:cNvPr id="12" name="slide-9-text-12">
            <a:extLst xmlns:a="http://schemas.openxmlformats.org/drawingml/2006/main">
              <a:ext uri="{FF2B5EF4-FFF2-40B4-BE49-F238E27FC236}">
                <a16:creationId xmlns:a16="http://schemas.microsoft.com/office/drawing/2014/main" id="{3D9CB247-D7A5-46FD-932C-EE6A5BF0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859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9-text-13">
            <a:extLst xmlns:a="http://schemas.openxmlformats.org/drawingml/2006/main">
              <a:ext uri="{FF2B5EF4-FFF2-40B4-BE49-F238E27FC236}">
                <a16:creationId xmlns:a16="http://schemas.microsoft.com/office/drawing/2014/main" id="{7B5A3735-616F-4197-8741-9B92E3A9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1452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운영 일정 관리에서 해당 날짜를 휴장일로 지정하여 운영 회차를 일괄 중단하는 방식으로 안내드립니다. 기존 예약의 취소·환불 처리 범위는 함께 확인해야 합니다.</a:t>
            </a:r>
          </a:p>
        </p:txBody>
      </p:sp>
      <p:sp>
        <p:nvSpPr>
          <p:cNvPr id="14" name="slide-9-text-14">
            <a:extLst xmlns:a="http://schemas.openxmlformats.org/drawingml/2006/main">
              <a:ext uri="{FF2B5EF4-FFF2-40B4-BE49-F238E27FC236}">
                <a16:creationId xmlns:a16="http://schemas.microsoft.com/office/drawing/2014/main" id="{0648E266-3981-4EDA-9492-12F0949A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03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9-text-15">
            <a:extLst xmlns:a="http://schemas.openxmlformats.org/drawingml/2006/main">
              <a:ext uri="{FF2B5EF4-FFF2-40B4-BE49-F238E27FC236}">
                <a16:creationId xmlns:a16="http://schemas.microsoft.com/office/drawing/2014/main" id="{8BCC0A84-113A-452D-A999-528462BB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관리자 &gt; 운영 일정 관리 &gt; 해당 날짜 휴장 지정</a:t>
            </a:r>
          </a:p>
        </p:txBody>
      </p:sp>
      <p:sp>
        <p:nvSpPr>
          <p:cNvPr id="16" name="slide-9-rect-16">
            <a:extLst xmlns:a="http://schemas.openxmlformats.org/drawingml/2006/main">
              <a:ext uri="{FF2B5EF4-FFF2-40B4-BE49-F238E27FC236}">
                <a16:creationId xmlns:a16="http://schemas.microsoft.com/office/drawing/2014/main" id="{D46088F5-9F99-48DA-B1F3-D2B531C9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9-text-17">
            <a:extLst xmlns:a="http://schemas.openxmlformats.org/drawingml/2006/main">
              <a:ext uri="{FF2B5EF4-FFF2-40B4-BE49-F238E27FC236}">
                <a16:creationId xmlns:a16="http://schemas.microsoft.com/office/drawing/2014/main" id="{64978B6B-1231-4066-8BCF-F1A98221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휴장에 따른 회차 중단과 기존 티켓 취소·환불 처리는 구분해 확인이 필요합니다. 현재 휴대전화번호·이메일을 수집하지 않아 개별 알림은 발송할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14937113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10-text-1">
            <a:extLst xmlns:a="http://schemas.openxmlformats.org/drawingml/2006/main">
              <a:ext uri="{FF2B5EF4-FFF2-40B4-BE49-F238E27FC236}">
                <a16:creationId xmlns:a16="http://schemas.microsoft.com/office/drawing/2014/main" id="{E0977F14-5FF1-4B8B-9FE9-6E2EAC4F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확인 및 운영 준비</a:t>
            </a:r>
          </a:p>
        </p:txBody>
      </p:sp>
      <p:sp>
        <p:nvSpPr>
          <p:cNvPr id="2" name="slide-10-text-2">
            <a:extLst xmlns:a="http://schemas.openxmlformats.org/drawingml/2006/main">
              <a:ext uri="{FF2B5EF4-FFF2-40B4-BE49-F238E27FC236}">
                <a16:creationId xmlns:a16="http://schemas.microsoft.com/office/drawing/2014/main" id="{AB941E77-3139-44BB-AF25-6369A2EC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확인해주실 사항과 운영 안내</a:t>
            </a:r>
          </a:p>
        </p:txBody>
      </p:sp>
      <p:sp>
        <p:nvSpPr>
          <p:cNvPr id="3" name="slide-10-rect-3">
            <a:extLst xmlns:a="http://schemas.openxmlformats.org/drawingml/2006/main">
              <a:ext uri="{FF2B5EF4-FFF2-40B4-BE49-F238E27FC236}">
                <a16:creationId xmlns:a16="http://schemas.microsoft.com/office/drawing/2014/main" id="{8B32AB93-D55C-4045-867B-DD9FDB7A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10-text-4">
            <a:extLst xmlns:a="http://schemas.openxmlformats.org/drawingml/2006/main">
              <a:ext uri="{FF2B5EF4-FFF2-40B4-BE49-F238E27FC236}">
                <a16:creationId xmlns:a16="http://schemas.microsoft.com/office/drawing/2014/main" id="{69A0EF4A-EF80-4262-B4CF-39E6EDE3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10-text-5">
            <a:extLst xmlns:a="http://schemas.openxmlformats.org/drawingml/2006/main">
              <a:ext uri="{FF2B5EF4-FFF2-40B4-BE49-F238E27FC236}">
                <a16:creationId xmlns:a16="http://schemas.microsoft.com/office/drawing/2014/main" id="{2A10C893-4C04-4F99-B5F5-E704BA9A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10 / 10</a:t>
            </a:r>
          </a:p>
        </p:txBody>
      </p:sp>
      <p:sp>
        <p:nvSpPr>
          <p:cNvPr id="6" name="slide-10-rect-6">
            <a:extLst xmlns:a="http://schemas.openxmlformats.org/drawingml/2006/main">
              <a:ext uri="{FF2B5EF4-FFF2-40B4-BE49-F238E27FC236}">
                <a16:creationId xmlns:a16="http://schemas.microsoft.com/office/drawing/2014/main" id="{9D906198-0058-4CDA-AB80-913DB6CA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38225"/>
            <a:ext cx="84963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10-text-7">
            <a:extLst xmlns:a="http://schemas.openxmlformats.org/drawingml/2006/main">
              <a:ext uri="{FF2B5EF4-FFF2-40B4-BE49-F238E27FC236}">
                <a16:creationId xmlns:a16="http://schemas.microsoft.com/office/drawing/2014/main" id="{E7C5BF5E-383F-4BB9-A534-B2E73EF8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123950"/>
            <a:ext cx="8277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slide-10-text-8">
            <a:extLst xmlns:a="http://schemas.openxmlformats.org/drawingml/2006/main">
              <a:ext uri="{FF2B5EF4-FFF2-40B4-BE49-F238E27FC236}">
                <a16:creationId xmlns:a16="http://schemas.microsoft.com/office/drawing/2014/main" id="{7333172D-23F4-471E-8537-2B8D2AF0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5850"/>
            <a:ext cx="779145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프로그램별 안내 문구 확정</a:t>
            </a:r>
          </a:p>
        </p:txBody>
      </p:sp>
      <p:sp>
        <p:nvSpPr>
          <p:cNvPr id="9" name="slide-10-text-9">
            <a:extLst xmlns:a="http://schemas.openxmlformats.org/drawingml/2006/main">
              <a:ext uri="{FF2B5EF4-FFF2-40B4-BE49-F238E27FC236}">
                <a16:creationId xmlns:a16="http://schemas.microsoft.com/office/drawing/2014/main" id="{401F6FC4-07B3-4FD7-9264-72C3732A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52550"/>
            <a:ext cx="7591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이용 대상, 부모 동반 시 구매 기준, 체험 장소·방법, 할인 증빙 및 취소 안내를 프로그램별로 입력해주세요.</a:t>
            </a:r>
          </a:p>
        </p:txBody>
      </p:sp>
      <p:sp>
        <p:nvSpPr>
          <p:cNvPr id="10" name="slide-10-rect-10">
            <a:extLst xmlns:a="http://schemas.openxmlformats.org/drawingml/2006/main">
              <a:ext uri="{FF2B5EF4-FFF2-40B4-BE49-F238E27FC236}">
                <a16:creationId xmlns:a16="http://schemas.microsoft.com/office/drawing/2014/main" id="{13AEE19B-E837-41CB-889D-35FFBFCB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52625"/>
            <a:ext cx="84963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11" name="slide-10-text-11">
            <a:extLst xmlns:a="http://schemas.openxmlformats.org/drawingml/2006/main">
              <a:ext uri="{FF2B5EF4-FFF2-40B4-BE49-F238E27FC236}">
                <a16:creationId xmlns:a16="http://schemas.microsoft.com/office/drawing/2014/main" id="{41986BDB-8044-4FF7-AD51-B691FB0C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38350"/>
            <a:ext cx="8277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slide-10-text-12">
            <a:extLst xmlns:a="http://schemas.openxmlformats.org/drawingml/2006/main">
              <a:ext uri="{FF2B5EF4-FFF2-40B4-BE49-F238E27FC236}">
                <a16:creationId xmlns:a16="http://schemas.microsoft.com/office/drawing/2014/main" id="{6F5CCB68-4664-4975-9684-D4A13763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779145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안내 방식 및 현장 시인성 확인</a:t>
            </a:r>
          </a:p>
        </p:txBody>
      </p:sp>
      <p:sp>
        <p:nvSpPr>
          <p:cNvPr id="13" name="slide-10-text-13">
            <a:extLst xmlns:a="http://schemas.openxmlformats.org/drawingml/2006/main">
              <a:ext uri="{FF2B5EF4-FFF2-40B4-BE49-F238E27FC236}">
                <a16:creationId xmlns:a16="http://schemas.microsoft.com/office/drawing/2014/main" id="{4AEE00E3-FCEC-463F-9FD0-2EFF0471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7591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프로그램 선택 단계의 필수 확인 방식, 티켓의 ‘N분 전’ 안내, 확대된 할인 증빙 배지가 운영에 적절한지 확인해주세요.</a:t>
            </a:r>
          </a:p>
        </p:txBody>
      </p:sp>
      <p:sp>
        <p:nvSpPr>
          <p:cNvPr id="14" name="slide-10-rect-14">
            <a:extLst xmlns:a="http://schemas.openxmlformats.org/drawingml/2006/main">
              <a:ext uri="{FF2B5EF4-FFF2-40B4-BE49-F238E27FC236}">
                <a16:creationId xmlns:a16="http://schemas.microsoft.com/office/drawing/2014/main" id="{531ACD0C-D02E-4C59-8777-D2128E4E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67025"/>
            <a:ext cx="84963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15" name="slide-10-text-15">
            <a:extLst xmlns:a="http://schemas.openxmlformats.org/drawingml/2006/main">
              <a:ext uri="{FF2B5EF4-FFF2-40B4-BE49-F238E27FC236}">
                <a16:creationId xmlns:a16="http://schemas.microsoft.com/office/drawing/2014/main" id="{674DC1E0-B6DC-49D5-822D-AE393F0A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952750"/>
            <a:ext cx="8277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slide-10-text-16">
            <a:extLst xmlns:a="http://schemas.openxmlformats.org/drawingml/2006/main">
              <a:ext uri="{FF2B5EF4-FFF2-40B4-BE49-F238E27FC236}">
                <a16:creationId xmlns:a16="http://schemas.microsoft.com/office/drawing/2014/main" id="{85433E7D-9410-4B5C-A657-5CAB11B4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779145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운영 일정 설정 안내</a:t>
            </a:r>
          </a:p>
        </p:txBody>
      </p:sp>
      <p:sp>
        <p:nvSpPr>
          <p:cNvPr id="17" name="slide-10-text-17">
            <a:extLst xmlns:a="http://schemas.openxmlformats.org/drawingml/2006/main">
              <a:ext uri="{FF2B5EF4-FFF2-40B4-BE49-F238E27FC236}">
                <a16:creationId xmlns:a16="http://schemas.microsoft.com/office/drawing/2014/main" id="{45CE30C9-C5D9-48C0-B26C-314080C6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7591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평일·공휴일의 운영일 지정 방법과 기상 상황에 따른 휴장 설정 절차는 별도로 안내할 예정입니다.</a:t>
            </a:r>
          </a:p>
        </p:txBody>
      </p:sp>
      <p:sp>
        <p:nvSpPr>
          <p:cNvPr id="18" name="slide-10-rect-18">
            <a:extLst xmlns:a="http://schemas.openxmlformats.org/drawingml/2006/main">
              <a:ext uri="{FF2B5EF4-FFF2-40B4-BE49-F238E27FC236}">
                <a16:creationId xmlns:a16="http://schemas.microsoft.com/office/drawing/2014/main" id="{7390C428-E884-4B8A-861E-D264831E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81425"/>
            <a:ext cx="84963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19" name="slide-10-text-19">
            <a:extLst xmlns:a="http://schemas.openxmlformats.org/drawingml/2006/main">
              <a:ext uri="{FF2B5EF4-FFF2-40B4-BE49-F238E27FC236}">
                <a16:creationId xmlns:a16="http://schemas.microsoft.com/office/drawing/2014/main" id="{CB76C690-B675-42E8-A7AA-1705DEF5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867150"/>
            <a:ext cx="8277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slide-10-text-20">
            <a:extLst xmlns:a="http://schemas.openxmlformats.org/drawingml/2006/main">
              <a:ext uri="{FF2B5EF4-FFF2-40B4-BE49-F238E27FC236}">
                <a16:creationId xmlns:a16="http://schemas.microsoft.com/office/drawing/2014/main" id="{8C75F845-0F2B-4649-9354-53842304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779145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전체 취소·환불 및 알림 범위 확인</a:t>
            </a:r>
          </a:p>
        </p:txBody>
      </p:sp>
      <p:sp>
        <p:nvSpPr>
          <p:cNvPr id="21" name="slide-10-text-21">
            <a:extLst xmlns:a="http://schemas.openxmlformats.org/drawingml/2006/main">
              <a:ext uri="{FF2B5EF4-FFF2-40B4-BE49-F238E27FC236}">
                <a16:creationId xmlns:a16="http://schemas.microsoft.com/office/drawing/2014/main" id="{39EE18C4-23D5-4480-AE8D-5F43CC69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75914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휴장 시 기존 예약의 취소·환불 처리 범위를 확인해야 합니다. 개별 알림이 필요하면 연락처 수집, 수집·이용 동의 및 메시지 발송 기능을 별도로 검토해야 합니다.</a:t>
            </a:r>
          </a:p>
        </p:txBody>
      </p:sp>
      <p:sp>
        <p:nvSpPr>
          <p:cNvPr id="22" name="slide-10-text-22">
            <a:extLst xmlns:a="http://schemas.openxmlformats.org/drawingml/2006/main">
              <a:ext uri="{FF2B5EF4-FFF2-40B4-BE49-F238E27FC236}">
                <a16:creationId xmlns:a16="http://schemas.microsoft.com/office/drawing/2014/main" id="{D5EDE332-AC22-4CBD-811C-38B2CC91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참고: 본 자료는 전달된 기능 반영 및 운영 안내에 기반하며, 실제 반영 화면과 동작을 별도로 검증한 결과 보고서는 아닙니다.</a:t>
            </a:r>
          </a:p>
        </p:txBody>
      </p:sp>
    </p:spTree>
    <p:extLst>
      <p:ext uri="{BB962C8B-B14F-4D97-AF65-F5344CB8AC3E}">
        <p14:creationId xmlns:p14="http://schemas.microsoft.com/office/powerpoint/2010/main" val="487100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2026-09-16T08:37:11.0200000Z</dcterms:created>
  <dcterms:modified xsi:type="dcterms:W3CDTF">2026-09-16T08:37:11.0200000Z</dcterms:modified>
</coreProperties>
</file>