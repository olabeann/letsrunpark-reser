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a8a309da9a450d" /><Relationship Type="http://schemas.openxmlformats.org/officeDocument/2006/relationships/extended-properties" Target="/docProps/app.xml" Id="R26c67774ea294976" /><Relationship Type="http://schemas.openxmlformats.org/officeDocument/2006/relationships/officeDocument" Target="/ppt/presentation.xml" Id="Re8c5ece01c3b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88900a910a4e0d"/>
  </p:sldMasterIdLst>
  <p:notesMasterIdLst>
    <p:notesMasterId xmlns:r="http://schemas.openxmlformats.org/officeDocument/2006/relationships" r:id="R1468441a170d4f43"/>
  </p:notesMasterIdLst>
  <p:sldIdLst>
    <p:sldId xmlns:r="http://schemas.openxmlformats.org/officeDocument/2006/relationships" id="256" r:id="R5496b103e6a74060"/>
    <p:sldId xmlns:r="http://schemas.openxmlformats.org/officeDocument/2006/relationships" id="257" r:id="Rbeba1795128246d8"/>
    <p:sldId xmlns:r="http://schemas.openxmlformats.org/officeDocument/2006/relationships" id="258" r:id="R88acbf08079d4186"/>
    <p:sldId xmlns:r="http://schemas.openxmlformats.org/officeDocument/2006/relationships" id="259" r:id="R442347091c994f5c"/>
    <p:sldId xmlns:r="http://schemas.openxmlformats.org/officeDocument/2006/relationships" id="260" r:id="Re7ceaa626b474a19"/>
    <p:sldId xmlns:r="http://schemas.openxmlformats.org/officeDocument/2006/relationships" id="261" r:id="R2800b468b7404112"/>
    <p:sldId xmlns:r="http://schemas.openxmlformats.org/officeDocument/2006/relationships" id="262" r:id="Rc39166627755493d"/>
    <p:sldId xmlns:r="http://schemas.openxmlformats.org/officeDocument/2006/relationships" id="263" r:id="R3f2f50fe422b4184"/>
    <p:sldId xmlns:r="http://schemas.openxmlformats.org/officeDocument/2006/relationships" id="264" r:id="R76decdfe8ef148a6"/>
    <p:sldId xmlns:r="http://schemas.openxmlformats.org/officeDocument/2006/relationships" id="265" r:id="R8c95062e0e664e35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3fd1003ded4dff" /><Relationship Type="http://schemas.openxmlformats.org/officeDocument/2006/relationships/slideMaster" Target="/ppt/slideMasters/slideMaster1.xml" Id="R8b88900a910a4e0d" /><Relationship Type="http://schemas.openxmlformats.org/officeDocument/2006/relationships/notesMaster" Target="/ppt/notesMasters/notesMaster1.xml" Id="R1468441a170d4f43" /><Relationship Type="http://schemas.openxmlformats.org/officeDocument/2006/relationships/presProps" Target="/ppt/presProps.xml" Id="R960e81700b6d4741" /><Relationship Type="http://schemas.openxmlformats.org/officeDocument/2006/relationships/tableStyles" Target="/ppt/tableStyles.xml" Id="R1a5f0006e354471a" /><Relationship Type="http://schemas.openxmlformats.org/officeDocument/2006/relationships/slide" Target="/ppt/slides/slide1.xml" Id="R5496b103e6a74060" /><Relationship Type="http://schemas.openxmlformats.org/officeDocument/2006/relationships/slide" Target="/ppt/slides/slide2.xml" Id="Rbeba1795128246d8" /><Relationship Type="http://schemas.openxmlformats.org/officeDocument/2006/relationships/slide" Target="/ppt/slides/slide3.xml" Id="R88acbf08079d4186" /><Relationship Type="http://schemas.openxmlformats.org/officeDocument/2006/relationships/slide" Target="/ppt/slides/slide4.xml" Id="R442347091c994f5c" /><Relationship Type="http://schemas.openxmlformats.org/officeDocument/2006/relationships/slide" Target="/ppt/slides/slide5.xml" Id="Re7ceaa626b474a19" /><Relationship Type="http://schemas.openxmlformats.org/officeDocument/2006/relationships/slide" Target="/ppt/slides/slide6.xml" Id="R2800b468b7404112" /><Relationship Type="http://schemas.openxmlformats.org/officeDocument/2006/relationships/slide" Target="/ppt/slides/slide7.xml" Id="Rc39166627755493d" /><Relationship Type="http://schemas.openxmlformats.org/officeDocument/2006/relationships/slide" Target="/ppt/slides/slide8.xml" Id="R3f2f50fe422b4184" /><Relationship Type="http://schemas.openxmlformats.org/officeDocument/2006/relationships/slide" Target="/ppt/slides/slide9.xml" Id="R76decdfe8ef148a6" /><Relationship Type="http://schemas.openxmlformats.org/officeDocument/2006/relationships/slide" Target="/ppt/slides/slide10.xml" Id="R8c95062e0e664e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8e719cff7a4f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dabc3b317d4613" /><Relationship Type="http://schemas.openxmlformats.org/officeDocument/2006/relationships/notesMaster" Target="/ppt/notesMasters/notesMaster1.xml" Id="R57359177ed0248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33e4f8146b427f" /><Relationship Type="http://schemas.openxmlformats.org/officeDocument/2006/relationships/notesMaster" Target="/ppt/notesMasters/notesMaster1.xml" Id="R41888c0cb6784f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bce843cf5c46cf" /><Relationship Type="http://schemas.openxmlformats.org/officeDocument/2006/relationships/notesMaster" Target="/ppt/notesMasters/notesMaster1.xml" Id="R1c4e17f480ae4c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6d4514865b4c91" /><Relationship Type="http://schemas.openxmlformats.org/officeDocument/2006/relationships/notesMaster" Target="/ppt/notesMasters/notesMaster1.xml" Id="R59fc8e9f532d4f2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f9f3a36f94d4175" /><Relationship Type="http://schemas.openxmlformats.org/officeDocument/2006/relationships/notesMaster" Target="/ppt/notesMasters/notesMaster1.xml" Id="R4135b8a2249f41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c5d587a84942cc" /><Relationship Type="http://schemas.openxmlformats.org/officeDocument/2006/relationships/notesMaster" Target="/ppt/notesMasters/notesMaster1.xml" Id="Rf86f65b6463149e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68af2ff1d04911" /><Relationship Type="http://schemas.openxmlformats.org/officeDocument/2006/relationships/notesMaster" Target="/ppt/notesMasters/notesMaster1.xml" Id="Re9f735aed15843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24675647bf0458b" /><Relationship Type="http://schemas.openxmlformats.org/officeDocument/2006/relationships/notesMaster" Target="/ppt/notesMasters/notesMaster1.xml" Id="R1dc9f5b198aa49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985486cf8b4587" /><Relationship Type="http://schemas.openxmlformats.org/officeDocument/2006/relationships/notesMaster" Target="/ppt/notesMasters/notesMaster1.xml" Id="R58555023ee09429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88c115844443c0" /><Relationship Type="http://schemas.openxmlformats.org/officeDocument/2006/relationships/notesMaster" Target="/ppt/notesMasters/notesMaster1.xml" Id="R8f2c8e648c4a41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마사회 전달 원본 PDF 요청사항(26-09-14) 및 사용자가 제공한 기능 반영·운영 안내. 화면 이미지는 변경 전 원본이며 수정 후 화면은 포함하지 않았습니다. 제목·본문·안내 영역은 편집 가능한 개별 개체입니다.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e45baeb2c54cf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eff845f665494a" /><Relationship Type="http://schemas.openxmlformats.org/officeDocument/2006/relationships/slideLayout" Target="/ppt/slideLayouts/slideLayout1.xml" Id="R61379d969b5340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379d969b5340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92502bcd3f4c36" /><Relationship Type="http://schemas.openxmlformats.org/officeDocument/2006/relationships/notesSlide" Target="/ppt/notesSlides/notesSlide1.xml" Id="R7c97fd4871e84c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558142fb14570" /><Relationship Type="http://schemas.openxmlformats.org/officeDocument/2006/relationships/image" Target="/ppt/media/image.png" Id="R8f73df27dcd64c83" /><Relationship Type="http://schemas.openxmlformats.org/officeDocument/2006/relationships/notesSlide" Target="/ppt/notesSlides/notesSlide2.xml" Id="R85caf52867b34f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d9fa9c5104375" /><Relationship Type="http://schemas.openxmlformats.org/officeDocument/2006/relationships/image" Target="/ppt/media/image2.png" Id="Re3da58424a744fc0" /><Relationship Type="http://schemas.openxmlformats.org/officeDocument/2006/relationships/notesSlide" Target="/ppt/notesSlides/notesSlide3.xml" Id="R4b2d50ce1de649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f7820de23487e" /><Relationship Type="http://schemas.openxmlformats.org/officeDocument/2006/relationships/image" Target="/ppt/media/image3.png" Id="R12b654f6da724ea8" /><Relationship Type="http://schemas.openxmlformats.org/officeDocument/2006/relationships/notesSlide" Target="/ppt/notesSlides/notesSlide4.xml" Id="Rf6869dcabd0a4e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d8555aba148f5" /><Relationship Type="http://schemas.openxmlformats.org/officeDocument/2006/relationships/image" Target="/ppt/media/image4.png" Id="R1efc2df684854d5c" /><Relationship Type="http://schemas.openxmlformats.org/officeDocument/2006/relationships/notesSlide" Target="/ppt/notesSlides/notesSlide5.xml" Id="Raa978c1394074b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576fd8bb8d44b6" /><Relationship Type="http://schemas.openxmlformats.org/officeDocument/2006/relationships/image" Target="/ppt/media/image5.png" Id="R4d0cfaf693fc45ec" /><Relationship Type="http://schemas.openxmlformats.org/officeDocument/2006/relationships/notesSlide" Target="/ppt/notesSlides/notesSlide6.xml" Id="R316893a0780042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aa46dc71f44b5" /><Relationship Type="http://schemas.openxmlformats.org/officeDocument/2006/relationships/image" Target="/ppt/media/image6.png" Id="Rd6d0692ac1f345b7" /><Relationship Type="http://schemas.openxmlformats.org/officeDocument/2006/relationships/notesSlide" Target="/ppt/notesSlides/notesSlide7.xml" Id="Ra750bc22369443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829f59d0948ff" /><Relationship Type="http://schemas.openxmlformats.org/officeDocument/2006/relationships/image" Target="/ppt/media/image7.png" Id="Ra905308569724de5" /><Relationship Type="http://schemas.openxmlformats.org/officeDocument/2006/relationships/notesSlide" Target="/ppt/notesSlides/notesSlide8.xml" Id="R1ed97d2d904145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7b398dcbe442a" /><Relationship Type="http://schemas.openxmlformats.org/officeDocument/2006/relationships/image" Target="/ppt/media/image8.png" Id="R34a0e1aac6ef449e" /><Relationship Type="http://schemas.openxmlformats.org/officeDocument/2006/relationships/notesSlide" Target="/ppt/notesSlides/notesSlide9.xml" Id="R0219663a3a7d4b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b602a722a4233" /><Relationship Type="http://schemas.openxmlformats.org/officeDocument/2006/relationships/notesSlide" Target="/ppt/notesSlides/notesSlide10.xml" Id="R1f506d4d282f49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lide-1-text-1">
            <a:extLst xmlns:a="http://schemas.openxmlformats.org/drawingml/2006/main">
              <a:ext uri="{FF2B5EF4-FFF2-40B4-BE49-F238E27FC236}">
                <a16:creationId xmlns:a16="http://schemas.microsoft.com/office/drawing/2014/main" id="{D1600277-DDB0-4F3F-BEAE-A0E5FE4B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2026.09.14 요청사항 기준 · 작성 2026.09.16</a:t>
            </a:r>
          </a:p>
        </p:txBody>
      </p:sp>
      <p:sp>
        <p:nvSpPr>
          <p:cNvPr id="2" name="slide-1-text-2">
            <a:extLst xmlns:a="http://schemas.openxmlformats.org/drawingml/2006/main">
              <a:ext uri="{FF2B5EF4-FFF2-40B4-BE49-F238E27FC236}">
                <a16:creationId xmlns:a16="http://schemas.microsoft.com/office/drawing/2014/main" id="{DA0322B3-6E2F-4D71-BF3A-23211576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포니체험 예약사이트 요청사항 반영 안내</a:t>
            </a:r>
          </a:p>
        </p:txBody>
      </p:sp>
      <p:sp>
        <p:nvSpPr>
          <p:cNvPr id="3" name="slide-1-rect-3">
            <a:extLst xmlns:a="http://schemas.openxmlformats.org/drawingml/2006/main">
              <a:ext uri="{FF2B5EF4-FFF2-40B4-BE49-F238E27FC236}">
                <a16:creationId xmlns:a16="http://schemas.microsoft.com/office/drawing/2014/main" id="{68F8FF53-4A7A-41DA-AD27-D16671DE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1-text-4">
            <a:extLst xmlns:a="http://schemas.openxmlformats.org/drawingml/2006/main">
              <a:ext uri="{FF2B5EF4-FFF2-40B4-BE49-F238E27FC236}">
                <a16:creationId xmlns:a16="http://schemas.microsoft.com/office/drawing/2014/main" id="{2572C0C5-9615-400A-906A-941A003E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1-text-5">
            <a:extLst xmlns:a="http://schemas.openxmlformats.org/drawingml/2006/main">
              <a:ext uri="{FF2B5EF4-FFF2-40B4-BE49-F238E27FC236}">
                <a16:creationId xmlns:a16="http://schemas.microsoft.com/office/drawing/2014/main" id="{69A3BF08-F42E-4FB7-AEBA-132E856C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01 / 10</a:t>
            </a:r>
          </a:p>
        </p:txBody>
      </p:sp>
      <p:sp>
        <p:nvSpPr>
          <p:cNvPr id="6" name="slide-1-text-6">
            <a:extLst xmlns:a="http://schemas.openxmlformats.org/drawingml/2006/main">
              <a:ext uri="{FF2B5EF4-FFF2-40B4-BE49-F238E27FC236}">
                <a16:creationId xmlns:a16="http://schemas.microsoft.com/office/drawing/2014/main" id="{31FFE818-AED7-48E4-8850-E0C4BDCB3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00125"/>
            <a:ext cx="8382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요청하신 화면 위치를 원본 PDF 순서에 맞춰 정리하고, 반영 방식과 관리자 운영 방법을 안내드립니다.</a:t>
            </a:r>
          </a:p>
        </p:txBody>
      </p:sp>
      <p:sp>
        <p:nvSpPr>
          <p:cNvPr id="7" name="slide-1-rect-7">
            <a:extLst xmlns:a="http://schemas.openxmlformats.org/drawingml/2006/main">
              <a:ext uri="{FF2B5EF4-FFF2-40B4-BE49-F238E27FC236}">
                <a16:creationId xmlns:a16="http://schemas.microsoft.com/office/drawing/2014/main" id="{80FB4C3F-6011-4F6A-AD2B-00191DFB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6002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8" name="slide-1-text-8">
            <a:extLst xmlns:a="http://schemas.openxmlformats.org/drawingml/2006/main">
              <a:ext uri="{FF2B5EF4-FFF2-40B4-BE49-F238E27FC236}">
                <a16:creationId xmlns:a16="http://schemas.microsoft.com/office/drawing/2014/main" id="{63C5F625-CCF8-45F5-986A-1B35DEAD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049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1p</a:t>
            </a:r>
          </a:p>
        </p:txBody>
      </p:sp>
      <p:sp>
        <p:nvSpPr>
          <p:cNvPr id="9" name="slide-1-text-9">
            <a:extLst xmlns:a="http://schemas.openxmlformats.org/drawingml/2006/main">
              <a:ext uri="{FF2B5EF4-FFF2-40B4-BE49-F238E27FC236}">
                <a16:creationId xmlns:a16="http://schemas.microsoft.com/office/drawing/2014/main" id="{9246FD48-885E-4EEE-9BED-55D5ADC0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954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이용 대상 안내</a:t>
            </a:r>
          </a:p>
        </p:txBody>
      </p:sp>
      <p:sp>
        <p:nvSpPr>
          <p:cNvPr id="10" name="slide-1-text-10">
            <a:extLst xmlns:a="http://schemas.openxmlformats.org/drawingml/2006/main">
              <a:ext uri="{FF2B5EF4-FFF2-40B4-BE49-F238E27FC236}">
                <a16:creationId xmlns:a16="http://schemas.microsoft.com/office/drawing/2014/main" id="{F98D47AE-A9C0-4F88-9E9B-B2A408D2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954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프로그램별 안내 문구 및 확인사항으로 관리</a:t>
            </a:r>
          </a:p>
        </p:txBody>
      </p:sp>
      <p:sp>
        <p:nvSpPr>
          <p:cNvPr id="11" name="slide-1-rect-11">
            <a:extLst xmlns:a="http://schemas.openxmlformats.org/drawingml/2006/main">
              <a:ext uri="{FF2B5EF4-FFF2-40B4-BE49-F238E27FC236}">
                <a16:creationId xmlns:a16="http://schemas.microsoft.com/office/drawing/2014/main" id="{7D58821D-87FE-4A7D-BA8F-AC5FC9A2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431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12" name="slide-1-text-12">
            <a:extLst xmlns:a="http://schemas.openxmlformats.org/drawingml/2006/main">
              <a:ext uri="{FF2B5EF4-FFF2-40B4-BE49-F238E27FC236}">
                <a16:creationId xmlns:a16="http://schemas.microsoft.com/office/drawing/2014/main" id="{0F3A4967-2995-425D-B6E5-4869E9DF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2p</a:t>
            </a:r>
          </a:p>
        </p:txBody>
      </p:sp>
      <p:sp>
        <p:nvSpPr>
          <p:cNvPr id="13" name="slide-1-text-13">
            <a:extLst xmlns:a="http://schemas.openxmlformats.org/drawingml/2006/main">
              <a:ext uri="{FF2B5EF4-FFF2-40B4-BE49-F238E27FC236}">
                <a16:creationId xmlns:a16="http://schemas.microsoft.com/office/drawing/2014/main" id="{50D9904A-B4A2-4E6E-8482-A23272DF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383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예약 수량·할인 증빙 안내</a:t>
            </a:r>
          </a:p>
        </p:txBody>
      </p:sp>
      <p:sp>
        <p:nvSpPr>
          <p:cNvPr id="14" name="slide-1-text-14">
            <a:extLst xmlns:a="http://schemas.openxmlformats.org/drawingml/2006/main">
              <a:ext uri="{FF2B5EF4-FFF2-40B4-BE49-F238E27FC236}">
                <a16:creationId xmlns:a16="http://schemas.microsoft.com/office/drawing/2014/main" id="{B7EF4730-84E1-4701-AFE8-865FC05B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최대 4매 강조 / 할인 선택 시 정책 안내</a:t>
            </a:r>
          </a:p>
        </p:txBody>
      </p:sp>
      <p:sp>
        <p:nvSpPr>
          <p:cNvPr id="15" name="slide-1-rect-15">
            <a:extLst xmlns:a="http://schemas.openxmlformats.org/drawingml/2006/main">
              <a:ext uri="{FF2B5EF4-FFF2-40B4-BE49-F238E27FC236}">
                <a16:creationId xmlns:a16="http://schemas.microsoft.com/office/drawing/2014/main" id="{567B29C9-24E2-4050-9DF3-2EB9E7178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16" name="slide-1-text-16">
            <a:extLst xmlns:a="http://schemas.openxmlformats.org/drawingml/2006/main">
              <a:ext uri="{FF2B5EF4-FFF2-40B4-BE49-F238E27FC236}">
                <a16:creationId xmlns:a16="http://schemas.microsoft.com/office/drawing/2014/main" id="{7545D785-8A55-4CFA-9108-4386954D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07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3p</a:t>
            </a:r>
          </a:p>
        </p:txBody>
      </p:sp>
      <p:sp>
        <p:nvSpPr>
          <p:cNvPr id="17" name="slide-1-text-17">
            <a:extLst xmlns:a="http://schemas.openxmlformats.org/drawingml/2006/main">
              <a:ext uri="{FF2B5EF4-FFF2-40B4-BE49-F238E27FC236}">
                <a16:creationId xmlns:a16="http://schemas.microsoft.com/office/drawing/2014/main" id="{23CFA30C-4577-4671-92A0-72674684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812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상품 요약 카드</a:t>
            </a:r>
          </a:p>
        </p:txBody>
      </p:sp>
      <p:sp>
        <p:nvSpPr>
          <p:cNvPr id="18" name="slide-1-text-18">
            <a:extLst xmlns:a="http://schemas.openxmlformats.org/drawingml/2006/main">
              <a:ext uri="{FF2B5EF4-FFF2-40B4-BE49-F238E27FC236}">
                <a16:creationId xmlns:a16="http://schemas.microsoft.com/office/drawing/2014/main" id="{FB514EBD-9EC6-4653-8C09-D20482FB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선택한 할인만 표시</a:t>
            </a:r>
          </a:p>
        </p:txBody>
      </p:sp>
      <p:sp>
        <p:nvSpPr>
          <p:cNvPr id="19" name="slide-1-rect-19">
            <a:extLst xmlns:a="http://schemas.openxmlformats.org/drawingml/2006/main">
              <a:ext uri="{FF2B5EF4-FFF2-40B4-BE49-F238E27FC236}">
                <a16:creationId xmlns:a16="http://schemas.microsoft.com/office/drawing/2014/main" id="{101CA938-C18E-4792-82F0-16DF537A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289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0" name="slide-1-text-20">
            <a:extLst xmlns:a="http://schemas.openxmlformats.org/drawingml/2006/main">
              <a:ext uri="{FF2B5EF4-FFF2-40B4-BE49-F238E27FC236}">
                <a16:creationId xmlns:a16="http://schemas.microsoft.com/office/drawing/2014/main" id="{2F29DD64-8F5D-418A-A0DB-FE036997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4p</a:t>
            </a:r>
          </a:p>
        </p:txBody>
      </p:sp>
      <p:sp>
        <p:nvSpPr>
          <p:cNvPr id="21" name="slide-1-text-21">
            <a:extLst xmlns:a="http://schemas.openxmlformats.org/drawingml/2006/main">
              <a:ext uri="{FF2B5EF4-FFF2-40B4-BE49-F238E27FC236}">
                <a16:creationId xmlns:a16="http://schemas.microsoft.com/office/drawing/2014/main" id="{BECD77B7-E5CA-4EBD-AA87-38616FB0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이용 전 확인사항</a:t>
            </a:r>
          </a:p>
        </p:txBody>
      </p:sp>
      <p:sp>
        <p:nvSpPr>
          <p:cNvPr id="22" name="slide-1-text-22">
            <a:extLst xmlns:a="http://schemas.openxmlformats.org/drawingml/2006/main">
              <a:ext uri="{FF2B5EF4-FFF2-40B4-BE49-F238E27FC236}">
                <a16:creationId xmlns:a16="http://schemas.microsoft.com/office/drawing/2014/main" id="{6B0A9E16-8056-4F1F-A35D-0B4AE368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241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프로그램 선택 단계에서 확인 및 필수 체크</a:t>
            </a:r>
          </a:p>
        </p:txBody>
      </p:sp>
      <p:sp>
        <p:nvSpPr>
          <p:cNvPr id="23" name="slide-1-rect-23">
            <a:extLst xmlns:a="http://schemas.openxmlformats.org/drawingml/2006/main">
              <a:ext uri="{FF2B5EF4-FFF2-40B4-BE49-F238E27FC236}">
                <a16:creationId xmlns:a16="http://schemas.microsoft.com/office/drawing/2014/main" id="{CFFAC239-9B0B-4E65-9496-E81B2F58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718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4" name="slide-1-text-24">
            <a:extLst xmlns:a="http://schemas.openxmlformats.org/drawingml/2006/main">
              <a:ext uri="{FF2B5EF4-FFF2-40B4-BE49-F238E27FC236}">
                <a16:creationId xmlns:a16="http://schemas.microsoft.com/office/drawing/2014/main" id="{825FE79E-C874-4219-A4CB-C327D68D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765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5p</a:t>
            </a:r>
          </a:p>
        </p:txBody>
      </p:sp>
      <p:sp>
        <p:nvSpPr>
          <p:cNvPr id="25" name="slide-1-text-25">
            <a:extLst xmlns:a="http://schemas.openxmlformats.org/drawingml/2006/main">
              <a:ext uri="{FF2B5EF4-FFF2-40B4-BE49-F238E27FC236}">
                <a16:creationId xmlns:a16="http://schemas.microsoft.com/office/drawing/2014/main" id="{C80D45DA-A958-4A03-B39F-142E0D93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670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입장 대기 안내</a:t>
            </a:r>
          </a:p>
        </p:txBody>
      </p:sp>
      <p:sp>
        <p:nvSpPr>
          <p:cNvPr id="26" name="slide-1-text-26">
            <a:extLst xmlns:a="http://schemas.openxmlformats.org/drawingml/2006/main">
              <a:ext uri="{FF2B5EF4-FFF2-40B4-BE49-F238E27FC236}">
                <a16:creationId xmlns:a16="http://schemas.microsoft.com/office/drawing/2014/main" id="{1BE9C9F0-B497-44C5-875F-ADCC2436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프로그램별 설정된 대기 시간 적용</a:t>
            </a:r>
          </a:p>
        </p:txBody>
      </p:sp>
      <p:sp>
        <p:nvSpPr>
          <p:cNvPr id="27" name="slide-1-rect-27">
            <a:extLst xmlns:a="http://schemas.openxmlformats.org/drawingml/2006/main">
              <a:ext uri="{FF2B5EF4-FFF2-40B4-BE49-F238E27FC236}">
                <a16:creationId xmlns:a16="http://schemas.microsoft.com/office/drawing/2014/main" id="{CCE49BBD-6028-4F56-AD3B-A50713CAD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147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28" name="slide-1-text-28">
            <a:extLst xmlns:a="http://schemas.openxmlformats.org/drawingml/2006/main">
              <a:ext uri="{FF2B5EF4-FFF2-40B4-BE49-F238E27FC236}">
                <a16:creationId xmlns:a16="http://schemas.microsoft.com/office/drawing/2014/main" id="{55FDFFFC-A4DD-4E4B-AB1F-8315E9B9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194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6p</a:t>
            </a:r>
          </a:p>
        </p:txBody>
      </p:sp>
      <p:sp>
        <p:nvSpPr>
          <p:cNvPr id="29" name="slide-1-text-29">
            <a:extLst xmlns:a="http://schemas.openxmlformats.org/drawingml/2006/main">
              <a:ext uri="{FF2B5EF4-FFF2-40B4-BE49-F238E27FC236}">
                <a16:creationId xmlns:a16="http://schemas.microsoft.com/office/drawing/2014/main" id="{65590D52-2EBC-43AA-8FE9-5688DE29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99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증빙 배지·캐릭터 이미지</a:t>
            </a:r>
          </a:p>
        </p:txBody>
      </p:sp>
      <p:sp>
        <p:nvSpPr>
          <p:cNvPr id="30" name="slide-1-text-30">
            <a:extLst xmlns:a="http://schemas.openxmlformats.org/drawingml/2006/main">
              <a:ext uri="{FF2B5EF4-FFF2-40B4-BE49-F238E27FC236}">
                <a16:creationId xmlns:a16="http://schemas.microsoft.com/office/drawing/2014/main" id="{5BFCE237-8047-4A81-BD94-97E1E383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099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배지 강조 / 포니랜드 대표 말마 이미지 통일</a:t>
            </a:r>
          </a:p>
        </p:txBody>
      </p:sp>
      <p:sp>
        <p:nvSpPr>
          <p:cNvPr id="31" name="slide-1-rect-31">
            <a:extLst xmlns:a="http://schemas.openxmlformats.org/drawingml/2006/main">
              <a:ext uri="{FF2B5EF4-FFF2-40B4-BE49-F238E27FC236}">
                <a16:creationId xmlns:a16="http://schemas.microsoft.com/office/drawing/2014/main" id="{92C66DFD-D1BE-452A-A84F-A4127ED8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6576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32" name="slide-1-text-32">
            <a:extLst xmlns:a="http://schemas.openxmlformats.org/drawingml/2006/main">
              <a:ext uri="{FF2B5EF4-FFF2-40B4-BE49-F238E27FC236}">
                <a16:creationId xmlns:a16="http://schemas.microsoft.com/office/drawing/2014/main" id="{0E6321A3-A9C3-428F-9E62-DB4182CBE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7p</a:t>
            </a:r>
          </a:p>
        </p:txBody>
      </p:sp>
      <p:sp>
        <p:nvSpPr>
          <p:cNvPr id="33" name="slide-1-text-33">
            <a:extLst xmlns:a="http://schemas.openxmlformats.org/drawingml/2006/main">
              <a:ext uri="{FF2B5EF4-FFF2-40B4-BE49-F238E27FC236}">
                <a16:creationId xmlns:a16="http://schemas.microsoft.com/office/drawing/2014/main" id="{5EDEBFB8-FDE3-4113-A3B2-1EF7AABA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528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평일·공휴일 운영</a:t>
            </a:r>
          </a:p>
        </p:txBody>
      </p:sp>
      <p:sp>
        <p:nvSpPr>
          <p:cNvPr id="34" name="slide-1-text-34">
            <a:extLst xmlns:a="http://schemas.openxmlformats.org/drawingml/2006/main">
              <a:ext uri="{FF2B5EF4-FFF2-40B4-BE49-F238E27FC236}">
                <a16:creationId xmlns:a16="http://schemas.microsoft.com/office/drawing/2014/main" id="{22F13DB8-7574-4D3E-A928-AA16074F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528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기존 운영 일정 설정으로 지정</a:t>
            </a:r>
          </a:p>
        </p:txBody>
      </p:sp>
      <p:sp>
        <p:nvSpPr>
          <p:cNvPr id="35" name="slide-1-rect-35">
            <a:extLst xmlns:a="http://schemas.openxmlformats.org/drawingml/2006/main">
              <a:ext uri="{FF2B5EF4-FFF2-40B4-BE49-F238E27FC236}">
                <a16:creationId xmlns:a16="http://schemas.microsoft.com/office/drawing/2014/main" id="{C2CF267D-49B4-4193-94CA-45EC082B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00500"/>
            <a:ext cx="84963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36" name="slide-1-text-36">
            <a:extLst xmlns:a="http://schemas.openxmlformats.org/drawingml/2006/main">
              <a:ext uri="{FF2B5EF4-FFF2-40B4-BE49-F238E27FC236}">
                <a16:creationId xmlns:a16="http://schemas.microsoft.com/office/drawing/2014/main" id="{1EE1A42F-D97A-46C3-9596-5F547F89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275"/>
            <a:ext cx="83058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8p</a:t>
            </a:r>
          </a:p>
        </p:txBody>
      </p:sp>
      <p:sp>
        <p:nvSpPr>
          <p:cNvPr id="37" name="slide-1-text-37">
            <a:extLst xmlns:a="http://schemas.openxmlformats.org/drawingml/2006/main">
              <a:ext uri="{FF2B5EF4-FFF2-40B4-BE49-F238E27FC236}">
                <a16:creationId xmlns:a16="http://schemas.microsoft.com/office/drawing/2014/main" id="{BB5B19A2-96E3-4AF5-B966-CA5CB6F65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95750"/>
            <a:ext cx="74866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기상 상황에 따른 운영 중단</a:t>
            </a:r>
          </a:p>
        </p:txBody>
      </p:sp>
      <p:sp>
        <p:nvSpPr>
          <p:cNvPr id="38" name="slide-1-text-38">
            <a:extLst xmlns:a="http://schemas.openxmlformats.org/drawingml/2006/main">
              <a:ext uri="{FF2B5EF4-FFF2-40B4-BE49-F238E27FC236}">
                <a16:creationId xmlns:a16="http://schemas.microsoft.com/office/drawing/2014/main" id="{B8DE357D-94FD-4B47-BE1C-42A36589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5238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휴장 설정 안내 / 취소·환불 범위 확인 필요</a:t>
            </a:r>
          </a:p>
        </p:txBody>
      </p:sp>
      <p:sp>
        <p:nvSpPr>
          <p:cNvPr id="39" name="slide-1-text-39">
            <a:extLst xmlns:a="http://schemas.openxmlformats.org/drawingml/2006/main">
              <a:ext uri="{FF2B5EF4-FFF2-40B4-BE49-F238E27FC236}">
                <a16:creationId xmlns:a16="http://schemas.microsoft.com/office/drawing/2014/main" id="{FC950E88-4C06-4AB7-8C95-A8B73530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29125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자료 기준: 전달된 반영·운영 안내 내용을 정리했습니다. 상세 페이지의 이미지는 원본 요청 화면이며, 수정 후 실제 화면은 포함하지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712098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2-text-1">
            <a:extLst xmlns:a="http://schemas.openxmlformats.org/drawingml/2006/main">
              <a:ext uri="{FF2B5EF4-FFF2-40B4-BE49-F238E27FC236}">
                <a16:creationId xmlns:a16="http://schemas.microsoft.com/office/drawing/2014/main" id="{5ABA12B9-B1DB-42D7-A9F9-9BE31EEF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1페이지 · 예약자 화면 · 프로그램 선택 영역</a:t>
            </a:r>
          </a:p>
        </p:txBody>
      </p:sp>
      <p:sp>
        <p:nvSpPr>
          <p:cNvPr id="2" name="slide-2-text-2">
            <a:extLst xmlns:a="http://schemas.openxmlformats.org/drawingml/2006/main">
              <a:ext uri="{FF2B5EF4-FFF2-40B4-BE49-F238E27FC236}">
                <a16:creationId xmlns:a16="http://schemas.microsoft.com/office/drawing/2014/main" id="{3130C57B-4964-4335-BF3B-C8100346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① 이용 대상 안내</a:t>
            </a:r>
          </a:p>
        </p:txBody>
      </p:sp>
      <p:sp>
        <p:nvSpPr>
          <p:cNvPr id="3" name="slide-2-rect-3">
            <a:extLst xmlns:a="http://schemas.openxmlformats.org/drawingml/2006/main">
              <a:ext uri="{FF2B5EF4-FFF2-40B4-BE49-F238E27FC236}">
                <a16:creationId xmlns:a16="http://schemas.microsoft.com/office/drawing/2014/main" id="{C61EEE35-C60F-43AF-9242-EBE9FF17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2-text-4">
            <a:extLst xmlns:a="http://schemas.openxmlformats.org/drawingml/2006/main">
              <a:ext uri="{FF2B5EF4-FFF2-40B4-BE49-F238E27FC236}">
                <a16:creationId xmlns:a16="http://schemas.microsoft.com/office/drawing/2014/main" id="{094D0505-F475-481D-B064-59FE175F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2-text-5">
            <a:extLst xmlns:a="http://schemas.openxmlformats.org/drawingml/2006/main">
              <a:ext uri="{FF2B5EF4-FFF2-40B4-BE49-F238E27FC236}">
                <a16:creationId xmlns:a16="http://schemas.microsoft.com/office/drawing/2014/main" id="{282B49EB-D6FA-4016-80D9-C76D4980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02 / 10</a:t>
            </a:r>
          </a:p>
        </p:txBody>
      </p:sp>
      <p:sp>
        <p:nvSpPr>
          <p:cNvPr id="6" name="slide-2-rect-6">
            <a:extLst xmlns:a="http://schemas.openxmlformats.org/drawingml/2006/main">
              <a:ext uri="{FF2B5EF4-FFF2-40B4-BE49-F238E27FC236}">
                <a16:creationId xmlns:a16="http://schemas.microsoft.com/office/drawing/2014/main" id="{F2FFF836-AA4B-4323-8530-2A42A3CED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2-text-7">
            <a:extLst xmlns:a="http://schemas.openxmlformats.org/drawingml/2006/main">
              <a:ext uri="{FF2B5EF4-FFF2-40B4-BE49-F238E27FC236}">
                <a16:creationId xmlns:a16="http://schemas.microsoft.com/office/drawing/2014/main" id="{2488E818-BB54-42A5-AE81-4640D417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3df27dcd64c83"/>
          <a:stretch xmlns:a="http://schemas.openxmlformats.org/drawingml/2006/main"/>
        </p:blipFill>
        <p:spPr>
          <a:xfrm xmlns:a="http://schemas.openxmlformats.org/drawingml/2006/main">
            <a:off x="476250" y="2265193"/>
            <a:ext cx="4019550" cy="708363"/>
          </a:xfrm>
          <a:prstGeom xmlns:a="http://schemas.openxmlformats.org/drawingml/2006/main" prst="rect">
            <a:avLst/>
          </a:prstGeom>
        </p:spPr>
      </p:pic>
      <p:sp>
        <p:nvSpPr>
          <p:cNvPr id="9" name="slide-2-text-9">
            <a:extLst xmlns:a="http://schemas.openxmlformats.org/drawingml/2006/main">
              <a:ext uri="{FF2B5EF4-FFF2-40B4-BE49-F238E27FC236}">
                <a16:creationId xmlns:a16="http://schemas.microsoft.com/office/drawing/2014/main" id="{5ADA6402-DAD8-4895-901A-A2A68DD43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프로그램 선택 영역에 이용 대상 안내 요청</a:t>
            </a:r>
          </a:p>
        </p:txBody>
      </p:sp>
      <p:sp>
        <p:nvSpPr>
          <p:cNvPr id="10" name="slide-2-text-10">
            <a:extLst xmlns:a="http://schemas.openxmlformats.org/drawingml/2006/main">
              <a:ext uri="{FF2B5EF4-FFF2-40B4-BE49-F238E27FC236}">
                <a16:creationId xmlns:a16="http://schemas.microsoft.com/office/drawing/2014/main" id="{2F6FC379-0EFC-45AF-B91A-CAC85D0E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2-text-11">
            <a:extLst xmlns:a="http://schemas.openxmlformats.org/drawingml/2006/main">
              <a:ext uri="{FF2B5EF4-FFF2-40B4-BE49-F238E27FC236}">
                <a16:creationId xmlns:a16="http://schemas.microsoft.com/office/drawing/2014/main" id="{9BD66953-2D8D-4D68-AD3C-3A420376F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프로그램별 이용 대상을 명확히 표시하고, 키 제한 및 부모 동반 시 티켓 구매 기준을 안내해달라는 요청입니다.</a:t>
            </a:r>
          </a:p>
        </p:txBody>
      </p:sp>
      <p:sp>
        <p:nvSpPr>
          <p:cNvPr id="12" name="slide-2-text-12">
            <a:extLst xmlns:a="http://schemas.openxmlformats.org/drawingml/2006/main">
              <a:ext uri="{FF2B5EF4-FFF2-40B4-BE49-F238E27FC236}">
                <a16:creationId xmlns:a16="http://schemas.microsoft.com/office/drawing/2014/main" id="{2D15E507-0B39-4717-93F4-1E64EDCD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2-text-13">
            <a:extLst xmlns:a="http://schemas.openxmlformats.org/drawingml/2006/main">
              <a:ext uri="{FF2B5EF4-FFF2-40B4-BE49-F238E27FC236}">
                <a16:creationId xmlns:a16="http://schemas.microsoft.com/office/drawing/2014/main" id="{086BA5CE-244B-4335-AC8A-B78636C4E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프로그램 설정의 ‘안내 문구’ 또는 ‘이용 전 확인사항’에 이용 대상을 입력할 수 있습니다. 확인사항에 입력하면 사용자 확인 체크박스와 함께 표시됩니다.</a:t>
            </a:r>
          </a:p>
        </p:txBody>
      </p:sp>
      <p:sp>
        <p:nvSpPr>
          <p:cNvPr id="14" name="slide-2-text-14">
            <a:extLst xmlns:a="http://schemas.openxmlformats.org/drawingml/2006/main">
              <a:ext uri="{FF2B5EF4-FFF2-40B4-BE49-F238E27FC236}">
                <a16:creationId xmlns:a16="http://schemas.microsoft.com/office/drawing/2014/main" id="{2BF41FA6-4755-49DC-9AE5-8CCB9F56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2-text-15">
            <a:extLst xmlns:a="http://schemas.openxmlformats.org/drawingml/2006/main">
              <a:ext uri="{FF2B5EF4-FFF2-40B4-BE49-F238E27FC236}">
                <a16:creationId xmlns:a16="http://schemas.microsoft.com/office/drawing/2014/main" id="{9DBA87CC-6922-4AB6-9C70-5CAC3756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관리자 &gt; 프로그램 설정 &gt; 안내 문구 / 이용 전 확인사항</a:t>
            </a:r>
          </a:p>
        </p:txBody>
      </p:sp>
      <p:sp>
        <p:nvSpPr>
          <p:cNvPr id="16" name="slide-2-rect-16">
            <a:extLst xmlns:a="http://schemas.openxmlformats.org/drawingml/2006/main">
              <a:ext uri="{FF2B5EF4-FFF2-40B4-BE49-F238E27FC236}">
                <a16:creationId xmlns:a16="http://schemas.microsoft.com/office/drawing/2014/main" id="{B1E97119-F314-4487-88CA-7828D983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2-text-17">
            <a:extLst xmlns:a="http://schemas.openxmlformats.org/drawingml/2006/main">
              <a:ext uri="{FF2B5EF4-FFF2-40B4-BE49-F238E27FC236}">
                <a16:creationId xmlns:a16="http://schemas.microsoft.com/office/drawing/2014/main" id="{1B0F0E21-F67E-4BC1-BCAF-260C373F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포니타기와 포니랑놀기의 이용 대상·동반자 구매 기준을 각각 입력해주세요. 확인사항이 있으면 체크 후 장바구니 담기 또는 예약이 가능합니다.</a:t>
            </a:r>
          </a:p>
        </p:txBody>
      </p:sp>
    </p:spTree>
    <p:extLst>
      <p:ext uri="{BB962C8B-B14F-4D97-AF65-F5344CB8AC3E}">
        <p14:creationId xmlns:p14="http://schemas.microsoft.com/office/powerpoint/2010/main" val="380614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3-text-1">
            <a:extLst xmlns:a="http://schemas.openxmlformats.org/drawingml/2006/main">
              <a:ext uri="{FF2B5EF4-FFF2-40B4-BE49-F238E27FC236}">
                <a16:creationId xmlns:a16="http://schemas.microsoft.com/office/drawing/2014/main" id="{FF8D1350-DBCC-4B0F-AAB7-7D25EB0E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2페이지 · 예약자 화면 · 인원 및 할인 선택 영역</a:t>
            </a:r>
          </a:p>
        </p:txBody>
      </p:sp>
      <p:sp>
        <p:nvSpPr>
          <p:cNvPr id="2" name="slide-3-text-2">
            <a:extLst xmlns:a="http://schemas.openxmlformats.org/drawingml/2006/main">
              <a:ext uri="{FF2B5EF4-FFF2-40B4-BE49-F238E27FC236}">
                <a16:creationId xmlns:a16="http://schemas.microsoft.com/office/drawing/2014/main" id="{167EDF7E-24A1-4110-A32B-F9BE00DD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②③ 예약 수량 및 할인 증빙 안내</a:t>
            </a:r>
          </a:p>
        </p:txBody>
      </p:sp>
      <p:sp>
        <p:nvSpPr>
          <p:cNvPr id="3" name="slide-3-rect-3">
            <a:extLst xmlns:a="http://schemas.openxmlformats.org/drawingml/2006/main">
              <a:ext uri="{FF2B5EF4-FFF2-40B4-BE49-F238E27FC236}">
                <a16:creationId xmlns:a16="http://schemas.microsoft.com/office/drawing/2014/main" id="{43DDB197-2CB2-46F3-803A-E9B4100F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3-text-4">
            <a:extLst xmlns:a="http://schemas.openxmlformats.org/drawingml/2006/main">
              <a:ext uri="{FF2B5EF4-FFF2-40B4-BE49-F238E27FC236}">
                <a16:creationId xmlns:a16="http://schemas.microsoft.com/office/drawing/2014/main" id="{DDAC3185-68FD-4AE5-A37A-85D3C7A2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3-text-5">
            <a:extLst xmlns:a="http://schemas.openxmlformats.org/drawingml/2006/main">
              <a:ext uri="{FF2B5EF4-FFF2-40B4-BE49-F238E27FC236}">
                <a16:creationId xmlns:a16="http://schemas.microsoft.com/office/drawing/2014/main" id="{9FB4B922-38FF-4B1E-808D-1936EE2A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03 / 10</a:t>
            </a:r>
          </a:p>
        </p:txBody>
      </p:sp>
      <p:sp>
        <p:nvSpPr>
          <p:cNvPr id="6" name="slide-3-rect-6">
            <a:extLst xmlns:a="http://schemas.openxmlformats.org/drawingml/2006/main">
              <a:ext uri="{FF2B5EF4-FFF2-40B4-BE49-F238E27FC236}">
                <a16:creationId xmlns:a16="http://schemas.microsoft.com/office/drawing/2014/main" id="{C0DDA522-9F11-44D5-B947-2C70D0F6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3-text-7">
            <a:extLst xmlns:a="http://schemas.openxmlformats.org/drawingml/2006/main">
              <a:ext uri="{FF2B5EF4-FFF2-40B4-BE49-F238E27FC236}">
                <a16:creationId xmlns:a16="http://schemas.microsoft.com/office/drawing/2014/main" id="{EF90CE15-E7E2-4184-94E3-D506D6932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da58424a744fc0"/>
          <a:stretch xmlns:a="http://schemas.openxmlformats.org/drawingml/2006/main"/>
        </p:blipFill>
        <p:spPr>
          <a:xfrm xmlns:a="http://schemas.openxmlformats.org/drawingml/2006/main">
            <a:off x="476250" y="1914670"/>
            <a:ext cx="4019550" cy="1409411"/>
          </a:xfrm>
          <a:prstGeom xmlns:a="http://schemas.openxmlformats.org/drawingml/2006/main" prst="rect">
            <a:avLst/>
          </a:prstGeom>
        </p:spPr>
      </p:pic>
      <p:sp>
        <p:nvSpPr>
          <p:cNvPr id="9" name="slide-3-text-9">
            <a:extLst xmlns:a="http://schemas.openxmlformats.org/drawingml/2006/main">
              <a:ext uri="{FF2B5EF4-FFF2-40B4-BE49-F238E27FC236}">
                <a16:creationId xmlns:a16="http://schemas.microsoft.com/office/drawing/2014/main" id="{353FE652-C8AD-4CB0-B042-66878F19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인원 아래 수량 안내 / 할인 항목의 증빙 안내</a:t>
            </a:r>
          </a:p>
        </p:txBody>
      </p:sp>
      <p:sp>
        <p:nvSpPr>
          <p:cNvPr id="10" name="slide-3-text-10">
            <a:extLst xmlns:a="http://schemas.openxmlformats.org/drawingml/2006/main">
              <a:ext uri="{FF2B5EF4-FFF2-40B4-BE49-F238E27FC236}">
                <a16:creationId xmlns:a16="http://schemas.microsoft.com/office/drawing/2014/main" id="{ABAEE4F1-8A01-4EBA-A7F3-F05C8491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3-text-11">
            <a:extLst xmlns:a="http://schemas.openxmlformats.org/drawingml/2006/main">
              <a:ext uri="{FF2B5EF4-FFF2-40B4-BE49-F238E27FC236}">
                <a16:creationId xmlns:a16="http://schemas.microsoft.com/office/drawing/2014/main" id="{9B189F0E-8061-4BCA-BA03-A2337351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하루 최대 4매와 과천시민 할인 최대 2매를 강조하고, 할인 문구에 증빙자료 제시 안내를 추가해달라는 요청입니다.</a:t>
            </a:r>
          </a:p>
        </p:txBody>
      </p:sp>
      <p:sp>
        <p:nvSpPr>
          <p:cNvPr id="12" name="slide-3-text-12">
            <a:extLst xmlns:a="http://schemas.openxmlformats.org/drawingml/2006/main">
              <a:ext uri="{FF2B5EF4-FFF2-40B4-BE49-F238E27FC236}">
                <a16:creationId xmlns:a16="http://schemas.microsoft.com/office/drawing/2014/main" id="{DCF0467C-296D-4946-A26C-4D4ADEF9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3-text-13">
            <a:extLst xmlns:a="http://schemas.openxmlformats.org/drawingml/2006/main">
              <a:ext uri="{FF2B5EF4-FFF2-40B4-BE49-F238E27FC236}">
                <a16:creationId xmlns:a16="http://schemas.microsoft.com/office/drawing/2014/main" id="{A99BEE37-B365-4606-ABEE-F61DE9B6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‘이용일 기준 최대 4매 구매 가능합니다.’를 주황색으로 강조합니다. 할인별 최대 적용 수량과 증빙 안내는 사용자가 해당 할인을 선택했을 때 확인할 수 있습니다.</a:t>
            </a:r>
          </a:p>
        </p:txBody>
      </p:sp>
      <p:sp>
        <p:nvSpPr>
          <p:cNvPr id="14" name="slide-3-text-14">
            <a:extLst xmlns:a="http://schemas.openxmlformats.org/drawingml/2006/main">
              <a:ext uri="{FF2B5EF4-FFF2-40B4-BE49-F238E27FC236}">
                <a16:creationId xmlns:a16="http://schemas.microsoft.com/office/drawing/2014/main" id="{2FA4BADF-9D7A-43A0-95F5-515F1268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3-text-15">
            <a:extLst xmlns:a="http://schemas.openxmlformats.org/drawingml/2006/main">
              <a:ext uri="{FF2B5EF4-FFF2-40B4-BE49-F238E27FC236}">
                <a16:creationId xmlns:a16="http://schemas.microsoft.com/office/drawing/2014/main" id="{7CEA208D-3324-45FC-BEAB-8A3EE671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관리자 &gt; 할인 관리 &gt; 최대 적용 수량 / 증빙 안내</a:t>
            </a:r>
          </a:p>
        </p:txBody>
      </p:sp>
      <p:sp>
        <p:nvSpPr>
          <p:cNvPr id="16" name="slide-3-rect-16">
            <a:extLst xmlns:a="http://schemas.openxmlformats.org/drawingml/2006/main">
              <a:ext uri="{FF2B5EF4-FFF2-40B4-BE49-F238E27FC236}">
                <a16:creationId xmlns:a16="http://schemas.microsoft.com/office/drawing/2014/main" id="{4DC90FE7-B816-4942-B473-8B0B28F5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3-text-17">
            <a:extLst xmlns:a="http://schemas.openxmlformats.org/drawingml/2006/main">
              <a:ext uri="{FF2B5EF4-FFF2-40B4-BE49-F238E27FC236}">
                <a16:creationId xmlns:a16="http://schemas.microsoft.com/office/drawing/2014/main" id="{D4E1C513-BDF3-4FDC-8920-53AB66F6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과천시민 할인 최대 2매 및 신분증·주민등록초본 등 현장 증빙 안내는 해당 할인 정책의 설정값으로 관리합니다.</a:t>
            </a:r>
          </a:p>
        </p:txBody>
      </p:sp>
    </p:spTree>
    <p:extLst>
      <p:ext uri="{BB962C8B-B14F-4D97-AF65-F5344CB8AC3E}">
        <p14:creationId xmlns:p14="http://schemas.microsoft.com/office/powerpoint/2010/main" val="18929307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4-text-1">
            <a:extLst xmlns:a="http://schemas.openxmlformats.org/drawingml/2006/main">
              <a:ext uri="{FF2B5EF4-FFF2-40B4-BE49-F238E27FC236}">
                <a16:creationId xmlns:a16="http://schemas.microsoft.com/office/drawing/2014/main" id="{7A2AF9A6-771D-415E-9294-B9A5AE8E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3페이지 · 예약자 화면 · 우측 상품 요약 카드</a:t>
            </a:r>
          </a:p>
        </p:txBody>
      </p:sp>
      <p:sp>
        <p:nvSpPr>
          <p:cNvPr id="2" name="slide-4-text-2">
            <a:extLst xmlns:a="http://schemas.openxmlformats.org/drawingml/2006/main">
              <a:ext uri="{FF2B5EF4-FFF2-40B4-BE49-F238E27FC236}">
                <a16:creationId xmlns:a16="http://schemas.microsoft.com/office/drawing/2014/main" id="{63F3F7E5-946F-497A-BC18-123458C4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④ 상품 요약 카드의 할인 표시</a:t>
            </a:r>
          </a:p>
        </p:txBody>
      </p:sp>
      <p:sp>
        <p:nvSpPr>
          <p:cNvPr id="3" name="slide-4-rect-3">
            <a:extLst xmlns:a="http://schemas.openxmlformats.org/drawingml/2006/main">
              <a:ext uri="{FF2B5EF4-FFF2-40B4-BE49-F238E27FC236}">
                <a16:creationId xmlns:a16="http://schemas.microsoft.com/office/drawing/2014/main" id="{54F8E2DA-A369-4B79-857D-1B064EA7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4-text-4">
            <a:extLst xmlns:a="http://schemas.openxmlformats.org/drawingml/2006/main">
              <a:ext uri="{FF2B5EF4-FFF2-40B4-BE49-F238E27FC236}">
                <a16:creationId xmlns:a16="http://schemas.microsoft.com/office/drawing/2014/main" id="{A3CB76BB-C740-4BA1-8F64-DAC61535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4-text-5">
            <a:extLst xmlns:a="http://schemas.openxmlformats.org/drawingml/2006/main">
              <a:ext uri="{FF2B5EF4-FFF2-40B4-BE49-F238E27FC236}">
                <a16:creationId xmlns:a16="http://schemas.microsoft.com/office/drawing/2014/main" id="{183DC40E-4889-4648-8B69-840C5EFA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04 / 10</a:t>
            </a:r>
          </a:p>
        </p:txBody>
      </p:sp>
      <p:sp>
        <p:nvSpPr>
          <p:cNvPr id="6" name="slide-4-rect-6">
            <a:extLst xmlns:a="http://schemas.openxmlformats.org/drawingml/2006/main">
              <a:ext uri="{FF2B5EF4-FFF2-40B4-BE49-F238E27FC236}">
                <a16:creationId xmlns:a16="http://schemas.microsoft.com/office/drawing/2014/main" id="{6480A243-B0B3-41A8-9AD1-5674AD67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4-text-7">
            <a:extLst xmlns:a="http://schemas.openxmlformats.org/drawingml/2006/main">
              <a:ext uri="{FF2B5EF4-FFF2-40B4-BE49-F238E27FC236}">
                <a16:creationId xmlns:a16="http://schemas.microsoft.com/office/drawing/2014/main" id="{19C0370B-BD59-43C1-8418-7D5C762F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b654f6da724ea8"/>
          <a:stretch xmlns:a="http://schemas.openxmlformats.org/drawingml/2006/main"/>
        </p:blipFill>
        <p:spPr>
          <a:xfrm xmlns:a="http://schemas.openxmlformats.org/drawingml/2006/main">
            <a:off x="476250" y="1714976"/>
            <a:ext cx="4019550" cy="1808798"/>
          </a:xfrm>
          <a:prstGeom xmlns:a="http://schemas.openxmlformats.org/drawingml/2006/main" prst="rect">
            <a:avLst/>
          </a:prstGeom>
        </p:spPr>
      </p:pic>
      <p:sp>
        <p:nvSpPr>
          <p:cNvPr id="9" name="slide-4-text-9">
            <a:extLst xmlns:a="http://schemas.openxmlformats.org/drawingml/2006/main">
              <a:ext uri="{FF2B5EF4-FFF2-40B4-BE49-F238E27FC236}">
                <a16:creationId xmlns:a16="http://schemas.microsoft.com/office/drawing/2014/main" id="{E1AD35CD-D388-4255-AA7A-191BC04D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우측 요약 카드의 할인 문구 표시 영역</a:t>
            </a:r>
          </a:p>
        </p:txBody>
      </p:sp>
      <p:sp>
        <p:nvSpPr>
          <p:cNvPr id="10" name="slide-4-text-10">
            <a:extLst xmlns:a="http://schemas.openxmlformats.org/drawingml/2006/main">
              <a:ext uri="{FF2B5EF4-FFF2-40B4-BE49-F238E27FC236}">
                <a16:creationId xmlns:a16="http://schemas.microsoft.com/office/drawing/2014/main" id="{30663698-D4C6-4DC5-A9BE-F37D26585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4-text-11">
            <a:extLst xmlns:a="http://schemas.openxmlformats.org/drawingml/2006/main">
              <a:ext uri="{FF2B5EF4-FFF2-40B4-BE49-F238E27FC236}">
                <a16:creationId xmlns:a16="http://schemas.microsoft.com/office/drawing/2014/main" id="{E37AA6DD-B341-4177-9082-0DD4E7F0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할인을 적용하지 않았는데 상품 요약 카드에 할인 정보가 표시되는 이유를 확인해달라는 요청입니다.</a:t>
            </a:r>
          </a:p>
        </p:txBody>
      </p:sp>
      <p:sp>
        <p:nvSpPr>
          <p:cNvPr id="12" name="slide-4-text-12">
            <a:extLst xmlns:a="http://schemas.openxmlformats.org/drawingml/2006/main">
              <a:ext uri="{FF2B5EF4-FFF2-40B4-BE49-F238E27FC236}">
                <a16:creationId xmlns:a16="http://schemas.microsoft.com/office/drawing/2014/main" id="{C0983703-9B16-409B-8734-0F0A78E8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4-text-13">
            <a:extLst xmlns:a="http://schemas.openxmlformats.org/drawingml/2006/main">
              <a:ext uri="{FF2B5EF4-FFF2-40B4-BE49-F238E27FC236}">
                <a16:creationId xmlns:a16="http://schemas.microsoft.com/office/drawing/2014/main" id="{8804F167-3202-4098-A794-89101BCF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사용자가 실제로 할인을 선택한 경우에만 상품 요약 카드에 할인 정보가 표시되도록 수정했다고 전달받았습니다. 미선택 시 할인 관련 문구는 표시하지 않습니다.</a:t>
            </a:r>
          </a:p>
        </p:txBody>
      </p:sp>
      <p:sp>
        <p:nvSpPr>
          <p:cNvPr id="14" name="slide-4-text-14">
            <a:extLst xmlns:a="http://schemas.openxmlformats.org/drawingml/2006/main">
              <a:ext uri="{FF2B5EF4-FFF2-40B4-BE49-F238E27FC236}">
                <a16:creationId xmlns:a16="http://schemas.microsoft.com/office/drawing/2014/main" id="{633D2667-B8A1-4372-A075-0E5CD32B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4-text-15">
            <a:extLst xmlns:a="http://schemas.openxmlformats.org/drawingml/2006/main">
              <a:ext uri="{FF2B5EF4-FFF2-40B4-BE49-F238E27FC236}">
                <a16:creationId xmlns:a16="http://schemas.microsoft.com/office/drawing/2014/main" id="{599EEDEA-B645-4AEA-8C9A-DD59B24D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사용자 할인 선택 상태에 따라 자동 표시</a:t>
            </a:r>
          </a:p>
        </p:txBody>
      </p:sp>
      <p:sp>
        <p:nvSpPr>
          <p:cNvPr id="16" name="slide-4-rect-16">
            <a:extLst xmlns:a="http://schemas.openxmlformats.org/drawingml/2006/main">
              <a:ext uri="{FF2B5EF4-FFF2-40B4-BE49-F238E27FC236}">
                <a16:creationId xmlns:a16="http://schemas.microsoft.com/office/drawing/2014/main" id="{E06CD786-F49B-45CD-A833-A6F8CEF1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4-text-17">
            <a:extLst xmlns:a="http://schemas.openxmlformats.org/drawingml/2006/main">
              <a:ext uri="{FF2B5EF4-FFF2-40B4-BE49-F238E27FC236}">
                <a16:creationId xmlns:a16="http://schemas.microsoft.com/office/drawing/2014/main" id="{4A8BA132-1EF7-47D7-B981-9B9940F5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수정 후 화면에서는 ‘할인 미선택’과 ‘할인 선택’ 두 상태를 비교해 표시 여부를 확인할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033411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5-text-1">
            <a:extLst xmlns:a="http://schemas.openxmlformats.org/drawingml/2006/main">
              <a:ext uri="{FF2B5EF4-FFF2-40B4-BE49-F238E27FC236}">
                <a16:creationId xmlns:a16="http://schemas.microsoft.com/office/drawing/2014/main" id="{49BD3DD6-5868-46ED-BA44-F2D1833F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4페이지 · 예약자 화면 · 프로그램 선택 단계로 안내 위치 변경</a:t>
            </a:r>
          </a:p>
        </p:txBody>
      </p:sp>
      <p:sp>
        <p:nvSpPr>
          <p:cNvPr id="2" name="slide-5-text-2">
            <a:extLst xmlns:a="http://schemas.openxmlformats.org/drawingml/2006/main">
              <a:ext uri="{FF2B5EF4-FFF2-40B4-BE49-F238E27FC236}">
                <a16:creationId xmlns:a16="http://schemas.microsoft.com/office/drawing/2014/main" id="{FD0B215C-8898-4C12-B105-F34BE42D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⑤ 이용 전 확인사항 및 사용자 확인</a:t>
            </a:r>
          </a:p>
        </p:txBody>
      </p:sp>
      <p:sp>
        <p:nvSpPr>
          <p:cNvPr id="3" name="slide-5-rect-3">
            <a:extLst xmlns:a="http://schemas.openxmlformats.org/drawingml/2006/main">
              <a:ext uri="{FF2B5EF4-FFF2-40B4-BE49-F238E27FC236}">
                <a16:creationId xmlns:a16="http://schemas.microsoft.com/office/drawing/2014/main" id="{95CF100F-FB56-4418-94E7-C98B40A4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5-text-4">
            <a:extLst xmlns:a="http://schemas.openxmlformats.org/drawingml/2006/main">
              <a:ext uri="{FF2B5EF4-FFF2-40B4-BE49-F238E27FC236}">
                <a16:creationId xmlns:a16="http://schemas.microsoft.com/office/drawing/2014/main" id="{508E641A-3A9B-47AA-8D8E-3EF7CC6DC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5-text-5">
            <a:extLst xmlns:a="http://schemas.openxmlformats.org/drawingml/2006/main">
              <a:ext uri="{FF2B5EF4-FFF2-40B4-BE49-F238E27FC236}">
                <a16:creationId xmlns:a16="http://schemas.microsoft.com/office/drawing/2014/main" id="{8771F3E2-C267-4BD6-848A-518E369E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05 / 10</a:t>
            </a:r>
          </a:p>
        </p:txBody>
      </p:sp>
      <p:sp>
        <p:nvSpPr>
          <p:cNvPr id="6" name="slide-5-rect-6">
            <a:extLst xmlns:a="http://schemas.openxmlformats.org/drawingml/2006/main">
              <a:ext uri="{FF2B5EF4-FFF2-40B4-BE49-F238E27FC236}">
                <a16:creationId xmlns:a16="http://schemas.microsoft.com/office/drawing/2014/main" id="{AD346C80-3D98-4DC7-84EF-B0C6789B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5-text-7">
            <a:extLst xmlns:a="http://schemas.openxmlformats.org/drawingml/2006/main">
              <a:ext uri="{FF2B5EF4-FFF2-40B4-BE49-F238E27FC236}">
                <a16:creationId xmlns:a16="http://schemas.microsoft.com/office/drawing/2014/main" id="{FC8A81CE-1DAF-4836-9E54-E5BA0083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c2df684854d5c"/>
          <a:stretch xmlns:a="http://schemas.openxmlformats.org/drawingml/2006/main"/>
        </p:blipFill>
        <p:spPr>
          <a:xfrm xmlns:a="http://schemas.openxmlformats.org/drawingml/2006/main">
            <a:off x="1162241" y="1333500"/>
            <a:ext cx="2647568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slide-5-text-9">
            <a:extLst xmlns:a="http://schemas.openxmlformats.org/drawingml/2006/main">
              <a:ext uri="{FF2B5EF4-FFF2-40B4-BE49-F238E27FC236}">
                <a16:creationId xmlns:a16="http://schemas.microsoft.com/office/drawing/2014/main" id="{D1343A73-F68B-4180-9637-1F4D854B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원본은 결제 단계 / 반영 안내는 프로그램 선택 단계</a:t>
            </a:r>
          </a:p>
        </p:txBody>
      </p:sp>
      <p:sp>
        <p:nvSpPr>
          <p:cNvPr id="10" name="slide-5-text-10">
            <a:extLst xmlns:a="http://schemas.openxmlformats.org/drawingml/2006/main">
              <a:ext uri="{FF2B5EF4-FFF2-40B4-BE49-F238E27FC236}">
                <a16:creationId xmlns:a16="http://schemas.microsoft.com/office/drawing/2014/main" id="{81923EE4-0305-4EBC-BCC0-CDE220DA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5-text-11">
            <a:extLst xmlns:a="http://schemas.openxmlformats.org/drawingml/2006/main">
              <a:ext uri="{FF2B5EF4-FFF2-40B4-BE49-F238E27FC236}">
                <a16:creationId xmlns:a16="http://schemas.microsoft.com/office/drawing/2014/main" id="{DF33F198-868B-4645-87DA-4251C0AA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결제 버튼 클릭 시 이용 대상·체험 방법·할인 정책·취소 안내를 팝업으로 표시하거나, 예약 정보 아래에 강조된 확인사항을 표시해달라는 요청입니다.</a:t>
            </a:r>
          </a:p>
        </p:txBody>
      </p:sp>
      <p:sp>
        <p:nvSpPr>
          <p:cNvPr id="12" name="slide-5-text-12">
            <a:extLst xmlns:a="http://schemas.openxmlformats.org/drawingml/2006/main">
              <a:ext uri="{FF2B5EF4-FFF2-40B4-BE49-F238E27FC236}">
                <a16:creationId xmlns:a16="http://schemas.microsoft.com/office/drawing/2014/main" id="{57DAE179-84A3-4E70-A82C-FDAB2FC3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5-text-13">
            <a:extLst xmlns:a="http://schemas.openxmlformats.org/drawingml/2006/main">
              <a:ext uri="{FF2B5EF4-FFF2-40B4-BE49-F238E27FC236}">
                <a16:creationId xmlns:a16="http://schemas.microsoft.com/office/drawing/2014/main" id="{AA5382E0-43D0-4C42-9DE0-C04D71D4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프로그램을 선택할 때 ‘이용 전 확인사항’을 미리 표시하는 방식으로 구성했습니다. 등록된 확인사항의 ‘확인하였습니다.’에 체크해야 장바구니 담기 또는 예약이 가능합니다.</a:t>
            </a:r>
          </a:p>
        </p:txBody>
      </p:sp>
      <p:sp>
        <p:nvSpPr>
          <p:cNvPr id="14" name="slide-5-text-14">
            <a:extLst xmlns:a="http://schemas.openxmlformats.org/drawingml/2006/main">
              <a:ext uri="{FF2B5EF4-FFF2-40B4-BE49-F238E27FC236}">
                <a16:creationId xmlns:a16="http://schemas.microsoft.com/office/drawing/2014/main" id="{19D49E94-B5CB-4286-B4E6-7AD7A1FC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3847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5-text-15">
            <a:extLst xmlns:a="http://schemas.openxmlformats.org/drawingml/2006/main">
              <a:ext uri="{FF2B5EF4-FFF2-40B4-BE49-F238E27FC236}">
                <a16:creationId xmlns:a16="http://schemas.microsoft.com/office/drawing/2014/main" id="{0B5425AA-BB4E-4F08-982D-39C20BAF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670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관리자 &gt; 프로그램 설정 &gt; 이용 전 확인사항</a:t>
            </a:r>
          </a:p>
        </p:txBody>
      </p:sp>
      <p:sp>
        <p:nvSpPr>
          <p:cNvPr id="16" name="slide-5-rect-16">
            <a:extLst xmlns:a="http://schemas.openxmlformats.org/drawingml/2006/main">
              <a:ext uri="{FF2B5EF4-FFF2-40B4-BE49-F238E27FC236}">
                <a16:creationId xmlns:a16="http://schemas.microsoft.com/office/drawing/2014/main" id="{CB16B1D6-5114-4EC9-9073-FD1EC70D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5-text-17">
            <a:extLst xmlns:a="http://schemas.openxmlformats.org/drawingml/2006/main">
              <a:ext uri="{FF2B5EF4-FFF2-40B4-BE49-F238E27FC236}">
                <a16:creationId xmlns:a16="http://schemas.microsoft.com/office/drawing/2014/main" id="{89D9EA1F-C312-4C48-AD29-28668C8C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요청한 결제 단계 팝업과 표시 시점이 다릅니다. 프로그램 선택 단계의 안내 위치와 체크 필수 동작을 확인해주세요.</a:t>
            </a:r>
          </a:p>
        </p:txBody>
      </p:sp>
    </p:spTree>
    <p:extLst>
      <p:ext uri="{BB962C8B-B14F-4D97-AF65-F5344CB8AC3E}">
        <p14:creationId xmlns:p14="http://schemas.microsoft.com/office/powerpoint/2010/main" val="1291767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6-text-1">
            <a:extLst xmlns:a="http://schemas.openxmlformats.org/drawingml/2006/main">
              <a:ext uri="{FF2B5EF4-FFF2-40B4-BE49-F238E27FC236}">
                <a16:creationId xmlns:a16="http://schemas.microsoft.com/office/drawing/2014/main" id="{46345747-8FFF-4880-9C29-0A9212A2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5페이지 · 예약자 화면 · 티켓의 입장 상태 안내 아래</a:t>
            </a:r>
          </a:p>
        </p:txBody>
      </p:sp>
      <p:sp>
        <p:nvSpPr>
          <p:cNvPr id="2" name="slide-6-text-2">
            <a:extLst xmlns:a="http://schemas.openxmlformats.org/drawingml/2006/main">
              <a:ext uri="{FF2B5EF4-FFF2-40B4-BE49-F238E27FC236}">
                <a16:creationId xmlns:a16="http://schemas.microsoft.com/office/drawing/2014/main" id="{400C853D-C010-4718-9503-6A0747F8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⑥ 입장 대기 안내 문구</a:t>
            </a:r>
          </a:p>
        </p:txBody>
      </p:sp>
      <p:sp>
        <p:nvSpPr>
          <p:cNvPr id="3" name="slide-6-rect-3">
            <a:extLst xmlns:a="http://schemas.openxmlformats.org/drawingml/2006/main">
              <a:ext uri="{FF2B5EF4-FFF2-40B4-BE49-F238E27FC236}">
                <a16:creationId xmlns:a16="http://schemas.microsoft.com/office/drawing/2014/main" id="{8B8236CD-B507-4D29-99D5-3B851895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6-text-4">
            <a:extLst xmlns:a="http://schemas.openxmlformats.org/drawingml/2006/main">
              <a:ext uri="{FF2B5EF4-FFF2-40B4-BE49-F238E27FC236}">
                <a16:creationId xmlns:a16="http://schemas.microsoft.com/office/drawing/2014/main" id="{85179E3D-B348-41AB-838D-E78E5A45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6-text-5">
            <a:extLst xmlns:a="http://schemas.openxmlformats.org/drawingml/2006/main">
              <a:ext uri="{FF2B5EF4-FFF2-40B4-BE49-F238E27FC236}">
                <a16:creationId xmlns:a16="http://schemas.microsoft.com/office/drawing/2014/main" id="{DD77DF02-9139-4AA3-8DB9-B737B517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06 / 10</a:t>
            </a:r>
          </a:p>
        </p:txBody>
      </p:sp>
      <p:sp>
        <p:nvSpPr>
          <p:cNvPr id="6" name="slide-6-rect-6">
            <a:extLst xmlns:a="http://schemas.openxmlformats.org/drawingml/2006/main">
              <a:ext uri="{FF2B5EF4-FFF2-40B4-BE49-F238E27FC236}">
                <a16:creationId xmlns:a16="http://schemas.microsoft.com/office/drawing/2014/main" id="{A0FD4E9E-89F7-4372-87C7-4A0589D2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6-text-7">
            <a:extLst xmlns:a="http://schemas.openxmlformats.org/drawingml/2006/main">
              <a:ext uri="{FF2B5EF4-FFF2-40B4-BE49-F238E27FC236}">
                <a16:creationId xmlns:a16="http://schemas.microsoft.com/office/drawing/2014/main" id="{673EDEBE-D8F1-4F1B-9AC7-7FB019E6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cfaf693fc45ec"/>
          <a:stretch xmlns:a="http://schemas.openxmlformats.org/drawingml/2006/main"/>
        </p:blipFill>
        <p:spPr>
          <a:xfrm xmlns:a="http://schemas.openxmlformats.org/drawingml/2006/main">
            <a:off x="1461684" y="1333500"/>
            <a:ext cx="2048682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slide-6-text-9">
            <a:extLst xmlns:a="http://schemas.openxmlformats.org/drawingml/2006/main">
              <a:ext uri="{FF2B5EF4-FFF2-40B4-BE49-F238E27FC236}">
                <a16:creationId xmlns:a16="http://schemas.microsoft.com/office/drawing/2014/main" id="{A7EBCE3A-6E4A-42C6-AA84-1D121CC4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티켓의 입장 안내 문구를 변경하는 항목</a:t>
            </a:r>
          </a:p>
        </p:txBody>
      </p:sp>
      <p:sp>
        <p:nvSpPr>
          <p:cNvPr id="10" name="slide-6-text-10">
            <a:extLst xmlns:a="http://schemas.openxmlformats.org/drawingml/2006/main">
              <a:ext uri="{FF2B5EF4-FFF2-40B4-BE49-F238E27FC236}">
                <a16:creationId xmlns:a16="http://schemas.microsoft.com/office/drawing/2014/main" id="{23B858D8-12F0-4FB1-A1EE-D433B735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6-text-11">
            <a:extLst xmlns:a="http://schemas.openxmlformats.org/drawingml/2006/main">
              <a:ext uri="{FF2B5EF4-FFF2-40B4-BE49-F238E27FC236}">
                <a16:creationId xmlns:a16="http://schemas.microsoft.com/office/drawing/2014/main" id="{A90790E1-A601-411B-B5E0-A63044B6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체험 종료 시각에 맞춰 방문하지 않도록 ‘16:00까지 체험장으로 오셔서 대기해주세요.’처럼 시작 시각에 맞춘 안내를 요청했습니다.</a:t>
            </a:r>
          </a:p>
        </p:txBody>
      </p:sp>
      <p:sp>
        <p:nvSpPr>
          <p:cNvPr id="12" name="slide-6-text-12">
            <a:extLst xmlns:a="http://schemas.openxmlformats.org/drawingml/2006/main">
              <a:ext uri="{FF2B5EF4-FFF2-40B4-BE49-F238E27FC236}">
                <a16:creationId xmlns:a16="http://schemas.microsoft.com/office/drawing/2014/main" id="{62A34273-E910-4FE6-ABDB-BCD38ECF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859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6-text-13">
            <a:extLst xmlns:a="http://schemas.openxmlformats.org/drawingml/2006/main">
              <a:ext uri="{FF2B5EF4-FFF2-40B4-BE49-F238E27FC236}">
                <a16:creationId xmlns:a16="http://schemas.microsoft.com/office/drawing/2014/main" id="{E16FF6D5-EA31-4450-ABC3-BD70C1E2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입장 대기 및 입장 가능 상태의 티켓에 ‘N분 전까지 방문하셔서 입장을 대기해주세요.’를 표시합니다. N에는 프로그램별로 설정된 입장 대기 시간이 적용됩니다.</a:t>
            </a:r>
          </a:p>
        </p:txBody>
      </p:sp>
      <p:sp>
        <p:nvSpPr>
          <p:cNvPr id="14" name="slide-6-text-14">
            <a:extLst xmlns:a="http://schemas.openxmlformats.org/drawingml/2006/main">
              <a:ext uri="{FF2B5EF4-FFF2-40B4-BE49-F238E27FC236}">
                <a16:creationId xmlns:a16="http://schemas.microsoft.com/office/drawing/2014/main" id="{5223F7E9-3070-45F7-AECD-67D22A8E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003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6-text-15">
            <a:extLst xmlns:a="http://schemas.openxmlformats.org/drawingml/2006/main">
              <a:ext uri="{FF2B5EF4-FFF2-40B4-BE49-F238E27FC236}">
                <a16:creationId xmlns:a16="http://schemas.microsoft.com/office/drawing/2014/main" id="{77C34D80-F53E-4AB8-8937-B55E03D2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관리자 &gt; 프로그램별 입장 대기 시간 설정</a:t>
            </a:r>
          </a:p>
        </p:txBody>
      </p:sp>
      <p:sp>
        <p:nvSpPr>
          <p:cNvPr id="16" name="slide-6-rect-16">
            <a:extLst xmlns:a="http://schemas.openxmlformats.org/drawingml/2006/main">
              <a:ext uri="{FF2B5EF4-FFF2-40B4-BE49-F238E27FC236}">
                <a16:creationId xmlns:a16="http://schemas.microsoft.com/office/drawing/2014/main" id="{CCC40DEE-06D2-4A8D-8511-69B76632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6-text-17">
            <a:extLst xmlns:a="http://schemas.openxmlformats.org/drawingml/2006/main">
              <a:ext uri="{FF2B5EF4-FFF2-40B4-BE49-F238E27FC236}">
                <a16:creationId xmlns:a16="http://schemas.microsoft.com/office/drawing/2014/main" id="{39AA2510-D7E2-482E-A07A-8B3A2906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방문 시각을 직접 쓰는 원본 요청과 상대 시간 안내 방식이 다릅니다. 체험 시각과 함께 읽었을 때 명확한지 확인해주세요. 장소 안내는 프로그램별 확인사항에 입력할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6815952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7-text-1">
            <a:extLst xmlns:a="http://schemas.openxmlformats.org/drawingml/2006/main">
              <a:ext uri="{FF2B5EF4-FFF2-40B4-BE49-F238E27FC236}">
                <a16:creationId xmlns:a16="http://schemas.microsoft.com/office/drawing/2014/main" id="{D8F0D756-EBD5-4B3C-9867-F6F36F7E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6페이지 · 예약자 화면 · 티켓 상단 배지와 캐릭터 영역</a:t>
            </a:r>
          </a:p>
        </p:txBody>
      </p:sp>
      <p:sp>
        <p:nvSpPr>
          <p:cNvPr id="2" name="slide-7-text-2">
            <a:extLst xmlns:a="http://schemas.openxmlformats.org/drawingml/2006/main">
              <a:ext uri="{FF2B5EF4-FFF2-40B4-BE49-F238E27FC236}">
                <a16:creationId xmlns:a16="http://schemas.microsoft.com/office/drawing/2014/main" id="{F375E3BA-8C90-44D9-A8DA-84CACE28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⑦⑧ 할인 증빙 강조 및 이미지 통일</a:t>
            </a:r>
          </a:p>
        </p:txBody>
      </p:sp>
      <p:sp>
        <p:nvSpPr>
          <p:cNvPr id="3" name="slide-7-rect-3">
            <a:extLst xmlns:a="http://schemas.openxmlformats.org/drawingml/2006/main">
              <a:ext uri="{FF2B5EF4-FFF2-40B4-BE49-F238E27FC236}">
                <a16:creationId xmlns:a16="http://schemas.microsoft.com/office/drawing/2014/main" id="{4932A53E-19B2-4BEB-B67B-97E3CC8E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7-text-4">
            <a:extLst xmlns:a="http://schemas.openxmlformats.org/drawingml/2006/main">
              <a:ext uri="{FF2B5EF4-FFF2-40B4-BE49-F238E27FC236}">
                <a16:creationId xmlns:a16="http://schemas.microsoft.com/office/drawing/2014/main" id="{3B86726E-B65A-45DF-BBD8-89F40353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7-text-5">
            <a:extLst xmlns:a="http://schemas.openxmlformats.org/drawingml/2006/main">
              <a:ext uri="{FF2B5EF4-FFF2-40B4-BE49-F238E27FC236}">
                <a16:creationId xmlns:a16="http://schemas.microsoft.com/office/drawing/2014/main" id="{E6258151-79B7-4B39-802F-4DE69682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07 / 10</a:t>
            </a:r>
          </a:p>
        </p:txBody>
      </p:sp>
      <p:sp>
        <p:nvSpPr>
          <p:cNvPr id="6" name="slide-7-rect-6">
            <a:extLst xmlns:a="http://schemas.openxmlformats.org/drawingml/2006/main">
              <a:ext uri="{FF2B5EF4-FFF2-40B4-BE49-F238E27FC236}">
                <a16:creationId xmlns:a16="http://schemas.microsoft.com/office/drawing/2014/main" id="{5AB62C47-B913-4EB5-975C-C070599C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7-text-7">
            <a:extLst xmlns:a="http://schemas.openxmlformats.org/drawingml/2006/main">
              <a:ext uri="{FF2B5EF4-FFF2-40B4-BE49-F238E27FC236}">
                <a16:creationId xmlns:a16="http://schemas.microsoft.com/office/drawing/2014/main" id="{0B992A9A-5BCD-4D36-88BF-068F098D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0692ac1f345b7"/>
          <a:stretch xmlns:a="http://schemas.openxmlformats.org/drawingml/2006/main"/>
        </p:blipFill>
        <p:spPr>
          <a:xfrm xmlns:a="http://schemas.openxmlformats.org/drawingml/2006/main">
            <a:off x="1461684" y="1333500"/>
            <a:ext cx="2048682" cy="2571750"/>
          </a:xfrm>
          <a:prstGeom xmlns:a="http://schemas.openxmlformats.org/drawingml/2006/main" prst="rect">
            <a:avLst/>
          </a:prstGeom>
        </p:spPr>
      </p:pic>
      <p:sp>
        <p:nvSpPr>
          <p:cNvPr id="9" name="slide-7-text-9">
            <a:extLst xmlns:a="http://schemas.openxmlformats.org/drawingml/2006/main">
              <a:ext uri="{FF2B5EF4-FFF2-40B4-BE49-F238E27FC236}">
                <a16:creationId xmlns:a16="http://schemas.microsoft.com/office/drawing/2014/main" id="{8D7F6535-B735-4637-90BF-7052FC1B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상단 증빙 배지 / 중간 및 하단 캐릭터 위치</a:t>
            </a:r>
          </a:p>
        </p:txBody>
      </p:sp>
      <p:sp>
        <p:nvSpPr>
          <p:cNvPr id="10" name="slide-7-text-10">
            <a:extLst xmlns:a="http://schemas.openxmlformats.org/drawingml/2006/main">
              <a:ext uri="{FF2B5EF4-FFF2-40B4-BE49-F238E27FC236}">
                <a16:creationId xmlns:a16="http://schemas.microsoft.com/office/drawing/2014/main" id="{2E90A1F0-F957-457A-BAAB-FA61FFE6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7-text-11">
            <a:extLst xmlns:a="http://schemas.openxmlformats.org/drawingml/2006/main">
              <a:ext uri="{FF2B5EF4-FFF2-40B4-BE49-F238E27FC236}">
                <a16:creationId xmlns:a16="http://schemas.microsoft.com/office/drawing/2014/main" id="{873D67AE-5EA3-49D6-967A-5B47D7B4E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야외에서 확인하기 쉽도록 증빙 표시를 키우고, 프로그램별 아이콘 또는 포니랜드 대표 말마 이미지 적용을 요청했습니다.</a:t>
            </a:r>
          </a:p>
        </p:txBody>
      </p:sp>
      <p:sp>
        <p:nvSpPr>
          <p:cNvPr id="12" name="slide-7-text-12">
            <a:extLst xmlns:a="http://schemas.openxmlformats.org/drawingml/2006/main">
              <a:ext uri="{FF2B5EF4-FFF2-40B4-BE49-F238E27FC236}">
                <a16:creationId xmlns:a16="http://schemas.microsoft.com/office/drawing/2014/main" id="{F983DBB1-BECB-41C6-B61F-C39D4DC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7-text-13">
            <a:extLst xmlns:a="http://schemas.openxmlformats.org/drawingml/2006/main">
              <a:ext uri="{FF2B5EF4-FFF2-40B4-BE49-F238E27FC236}">
                <a16:creationId xmlns:a16="http://schemas.microsoft.com/office/drawing/2014/main" id="{5B63F4AD-9283-401C-8066-DD3D0933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‘할인 증빙 검토 필요’ 배지의 크기와 시인성을 높였다고 전달받았습니다. 별도로 전달받은 포니랜드 대표 말마 이미지를 티켓 상단과 입장 확인 영역에 동일하게 적용했습니다.</a:t>
            </a:r>
          </a:p>
        </p:txBody>
      </p:sp>
      <p:sp>
        <p:nvSpPr>
          <p:cNvPr id="14" name="slide-7-text-14">
            <a:extLst xmlns:a="http://schemas.openxmlformats.org/drawingml/2006/main">
              <a:ext uri="{FF2B5EF4-FFF2-40B4-BE49-F238E27FC236}">
                <a16:creationId xmlns:a16="http://schemas.microsoft.com/office/drawing/2014/main" id="{A5C964CD-344A-4CA9-8537-F4A4CCDB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384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7-text-15">
            <a:extLst xmlns:a="http://schemas.openxmlformats.org/drawingml/2006/main">
              <a:ext uri="{FF2B5EF4-FFF2-40B4-BE49-F238E27FC236}">
                <a16:creationId xmlns:a16="http://schemas.microsoft.com/office/drawing/2014/main" id="{8DC10A92-9C5F-4D4C-8385-D785B953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670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배지 표시 및 티켓 이미지 영역에 적용</a:t>
            </a:r>
          </a:p>
        </p:txBody>
      </p:sp>
      <p:sp>
        <p:nvSpPr>
          <p:cNvPr id="16" name="slide-7-rect-16">
            <a:extLst xmlns:a="http://schemas.openxmlformats.org/drawingml/2006/main">
              <a:ext uri="{FF2B5EF4-FFF2-40B4-BE49-F238E27FC236}">
                <a16:creationId xmlns:a16="http://schemas.microsoft.com/office/drawing/2014/main" id="{A4782BF6-F0F8-41B4-927E-9054F0676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7-text-17">
            <a:extLst xmlns:a="http://schemas.openxmlformats.org/drawingml/2006/main">
              <a:ext uri="{FF2B5EF4-FFF2-40B4-BE49-F238E27FC236}">
                <a16:creationId xmlns:a16="http://schemas.microsoft.com/office/drawing/2014/main" id="{41805B67-57C5-4195-A701-A007E2C7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현재 배지 크기와 강조 수준이 현장 확인에 적절한지 검토해주세요. 왼쪽 원본 이미지에는 변경 전 말마 아이콘이 표시되어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135720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8-text-1">
            <a:extLst xmlns:a="http://schemas.openxmlformats.org/drawingml/2006/main">
              <a:ext uri="{FF2B5EF4-FFF2-40B4-BE49-F238E27FC236}">
                <a16:creationId xmlns:a16="http://schemas.microsoft.com/office/drawing/2014/main" id="{408C0C5F-F33D-460D-80CD-4F53EAD0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7페이지 · 관리자 화면 · 운영 일정 달력</a:t>
            </a:r>
          </a:p>
        </p:txBody>
      </p:sp>
      <p:sp>
        <p:nvSpPr>
          <p:cNvPr id="2" name="slide-8-text-2">
            <a:extLst xmlns:a="http://schemas.openxmlformats.org/drawingml/2006/main">
              <a:ext uri="{FF2B5EF4-FFF2-40B4-BE49-F238E27FC236}">
                <a16:creationId xmlns:a16="http://schemas.microsoft.com/office/drawing/2014/main" id="{2941B5DF-F122-4AAF-8A10-13DAC577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⑨ 평일 및 공휴일 운영 설정</a:t>
            </a:r>
          </a:p>
        </p:txBody>
      </p:sp>
      <p:sp>
        <p:nvSpPr>
          <p:cNvPr id="3" name="slide-8-rect-3">
            <a:extLst xmlns:a="http://schemas.openxmlformats.org/drawingml/2006/main">
              <a:ext uri="{FF2B5EF4-FFF2-40B4-BE49-F238E27FC236}">
                <a16:creationId xmlns:a16="http://schemas.microsoft.com/office/drawing/2014/main" id="{5AAEFED2-C88D-41B4-861D-7A66C57F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8-text-4">
            <a:extLst xmlns:a="http://schemas.openxmlformats.org/drawingml/2006/main">
              <a:ext uri="{FF2B5EF4-FFF2-40B4-BE49-F238E27FC236}">
                <a16:creationId xmlns:a16="http://schemas.microsoft.com/office/drawing/2014/main" id="{F7B39E74-5741-4776-8B3D-A156FB4B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8-text-5">
            <a:extLst xmlns:a="http://schemas.openxmlformats.org/drawingml/2006/main">
              <a:ext uri="{FF2B5EF4-FFF2-40B4-BE49-F238E27FC236}">
                <a16:creationId xmlns:a16="http://schemas.microsoft.com/office/drawing/2014/main" id="{4E609FCA-9FE8-4648-8DD7-F1DA303C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08 / 10</a:t>
            </a:r>
          </a:p>
        </p:txBody>
      </p:sp>
      <p:sp>
        <p:nvSpPr>
          <p:cNvPr id="6" name="slide-8-rect-6">
            <a:extLst xmlns:a="http://schemas.openxmlformats.org/drawingml/2006/main">
              <a:ext uri="{FF2B5EF4-FFF2-40B4-BE49-F238E27FC236}">
                <a16:creationId xmlns:a16="http://schemas.microsoft.com/office/drawing/2014/main" id="{8C512D11-024B-4644-B79A-34D7E27D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8-text-7">
            <a:extLst xmlns:a="http://schemas.openxmlformats.org/drawingml/2006/main">
              <a:ext uri="{FF2B5EF4-FFF2-40B4-BE49-F238E27FC236}">
                <a16:creationId xmlns:a16="http://schemas.microsoft.com/office/drawing/2014/main" id="{BD183868-74E9-4280-8EA4-C2BF9E0E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5308569724de5"/>
          <a:stretch xmlns:a="http://schemas.openxmlformats.org/drawingml/2006/main"/>
        </p:blipFill>
        <p:spPr>
          <a:xfrm xmlns:a="http://schemas.openxmlformats.org/drawingml/2006/main">
            <a:off x="476250" y="1913175"/>
            <a:ext cx="4019550" cy="1412399"/>
          </a:xfrm>
          <a:prstGeom xmlns:a="http://schemas.openxmlformats.org/drawingml/2006/main" prst="rect">
            <a:avLst/>
          </a:prstGeom>
        </p:spPr>
      </p:pic>
      <p:sp>
        <p:nvSpPr>
          <p:cNvPr id="9" name="slide-8-text-9">
            <a:extLst xmlns:a="http://schemas.openxmlformats.org/drawingml/2006/main">
              <a:ext uri="{FF2B5EF4-FFF2-40B4-BE49-F238E27FC236}">
                <a16:creationId xmlns:a16="http://schemas.microsoft.com/office/drawing/2014/main" id="{71C584D3-48B2-491A-A64B-556AF17F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원본에서 10월 5일·9일 운영 지정 가능 여부 문의</a:t>
            </a:r>
          </a:p>
        </p:txBody>
      </p:sp>
      <p:sp>
        <p:nvSpPr>
          <p:cNvPr id="10" name="slide-8-text-10">
            <a:extLst xmlns:a="http://schemas.openxmlformats.org/drawingml/2006/main">
              <a:ext uri="{FF2B5EF4-FFF2-40B4-BE49-F238E27FC236}">
                <a16:creationId xmlns:a16="http://schemas.microsoft.com/office/drawing/2014/main" id="{4F30E93F-D0C8-40E0-BE56-BD5D3727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8-text-11">
            <a:extLst xmlns:a="http://schemas.openxmlformats.org/drawingml/2006/main">
              <a:ext uri="{FF2B5EF4-FFF2-40B4-BE49-F238E27FC236}">
                <a16:creationId xmlns:a16="http://schemas.microsoft.com/office/drawing/2014/main" id="{8FFA97A7-6C5E-48BC-A4A5-2F3CAA73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평일이나 공휴일을 선택해 ‘운영’ 상태로 변경할 수 있는지 문의하셨습니다.</a:t>
            </a:r>
          </a:p>
        </p:txBody>
      </p:sp>
      <p:sp>
        <p:nvSpPr>
          <p:cNvPr id="12" name="slide-8-text-12">
            <a:extLst xmlns:a="http://schemas.openxmlformats.org/drawingml/2006/main">
              <a:ext uri="{FF2B5EF4-FFF2-40B4-BE49-F238E27FC236}">
                <a16:creationId xmlns:a16="http://schemas.microsoft.com/office/drawing/2014/main" id="{B8FFE04D-BFCF-4FBD-949A-9061CE83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8-text-13">
            <a:extLst xmlns:a="http://schemas.openxmlformats.org/drawingml/2006/main">
              <a:ext uri="{FF2B5EF4-FFF2-40B4-BE49-F238E27FC236}">
                <a16:creationId xmlns:a16="http://schemas.microsoft.com/office/drawing/2014/main" id="{A38829DF-B9BF-4B8B-8886-028D0E0D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기존 운영 일정 설정 기능으로 평일 및 공휴일을 운영일로 지정할 수 있습니다. 별도의 신규 기능 개발 없이 운영일을 변경하는 방식으로 안내드립니다.</a:t>
            </a:r>
          </a:p>
        </p:txBody>
      </p:sp>
      <p:sp>
        <p:nvSpPr>
          <p:cNvPr id="14" name="slide-8-text-14">
            <a:extLst xmlns:a="http://schemas.openxmlformats.org/drawingml/2006/main">
              <a:ext uri="{FF2B5EF4-FFF2-40B4-BE49-F238E27FC236}">
                <a16:creationId xmlns:a16="http://schemas.microsoft.com/office/drawing/2014/main" id="{FFCF23CD-A3B7-4C44-9D33-3C90BFFB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8-text-15">
            <a:extLst xmlns:a="http://schemas.openxmlformats.org/drawingml/2006/main">
              <a:ext uri="{FF2B5EF4-FFF2-40B4-BE49-F238E27FC236}">
                <a16:creationId xmlns:a16="http://schemas.microsoft.com/office/drawing/2014/main" id="{8E21947B-5E3A-4358-B254-3A5A7B7E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관리자 &gt; 운영 일정 설정 &gt; 해당 날짜 운영일 지정</a:t>
            </a:r>
          </a:p>
        </p:txBody>
      </p:sp>
      <p:sp>
        <p:nvSpPr>
          <p:cNvPr id="16" name="slide-8-rect-16">
            <a:extLst xmlns:a="http://schemas.openxmlformats.org/drawingml/2006/main">
              <a:ext uri="{FF2B5EF4-FFF2-40B4-BE49-F238E27FC236}">
                <a16:creationId xmlns:a16="http://schemas.microsoft.com/office/drawing/2014/main" id="{A00A6B07-5D3A-476A-B6D3-A29AA138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8-text-17">
            <a:extLst xmlns:a="http://schemas.openxmlformats.org/drawingml/2006/main">
              <a:ext uri="{FF2B5EF4-FFF2-40B4-BE49-F238E27FC236}">
                <a16:creationId xmlns:a16="http://schemas.microsoft.com/office/drawing/2014/main" id="{84106E41-6286-4DC2-BDC2-2B55FA2B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대상 날짜의 운영 상태를 변경한 뒤 실제 운영 회차와 예약 가능 상태를 확인해주세요. 구체적인 설정 순서는 별도로 안내할 예정입니다.</a:t>
            </a:r>
          </a:p>
        </p:txBody>
      </p:sp>
    </p:spTree>
    <p:extLst>
      <p:ext uri="{BB962C8B-B14F-4D97-AF65-F5344CB8AC3E}">
        <p14:creationId xmlns:p14="http://schemas.microsoft.com/office/powerpoint/2010/main" val="13358934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9-text-1">
            <a:extLst xmlns:a="http://schemas.openxmlformats.org/drawingml/2006/main">
              <a:ext uri="{FF2B5EF4-FFF2-40B4-BE49-F238E27FC236}">
                <a16:creationId xmlns:a16="http://schemas.microsoft.com/office/drawing/2014/main" id="{5FD529C6-59CE-45A2-9067-14621AF1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원본 PDF 8페이지 · 관리자 화면 · 운영 일정 관리로 처리 안내</a:t>
            </a:r>
          </a:p>
        </p:txBody>
      </p:sp>
      <p:sp>
        <p:nvSpPr>
          <p:cNvPr id="2" name="slide-9-text-2">
            <a:extLst xmlns:a="http://schemas.openxmlformats.org/drawingml/2006/main">
              <a:ext uri="{FF2B5EF4-FFF2-40B4-BE49-F238E27FC236}">
                <a16:creationId xmlns:a16="http://schemas.microsoft.com/office/drawing/2014/main" id="{DEEF808F-25F5-418E-B5D7-C15F4056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⑩ 기상 상황에 따른 전체 운영 중단</a:t>
            </a:r>
          </a:p>
        </p:txBody>
      </p:sp>
      <p:sp>
        <p:nvSpPr>
          <p:cNvPr id="3" name="slide-9-rect-3">
            <a:extLst xmlns:a="http://schemas.openxmlformats.org/drawingml/2006/main">
              <a:ext uri="{FF2B5EF4-FFF2-40B4-BE49-F238E27FC236}">
                <a16:creationId xmlns:a16="http://schemas.microsoft.com/office/drawing/2014/main" id="{D89C9E31-1A5B-4674-B8DE-2A25930C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9-text-4">
            <a:extLst xmlns:a="http://schemas.openxmlformats.org/drawingml/2006/main">
              <a:ext uri="{FF2B5EF4-FFF2-40B4-BE49-F238E27FC236}">
                <a16:creationId xmlns:a16="http://schemas.microsoft.com/office/drawing/2014/main" id="{8DE31EA3-50A5-4ACB-960C-EA6F0FF2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9-text-5">
            <a:extLst xmlns:a="http://schemas.openxmlformats.org/drawingml/2006/main">
              <a:ext uri="{FF2B5EF4-FFF2-40B4-BE49-F238E27FC236}">
                <a16:creationId xmlns:a16="http://schemas.microsoft.com/office/drawing/2014/main" id="{BCC3D8C3-A270-4031-85D1-4F43781F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09 / 10</a:t>
            </a:r>
          </a:p>
        </p:txBody>
      </p:sp>
      <p:sp>
        <p:nvSpPr>
          <p:cNvPr id="6" name="slide-9-rect-6">
            <a:extLst xmlns:a="http://schemas.openxmlformats.org/drawingml/2006/main">
              <a:ext uri="{FF2B5EF4-FFF2-40B4-BE49-F238E27FC236}">
                <a16:creationId xmlns:a16="http://schemas.microsoft.com/office/drawing/2014/main" id="{683A34D4-AA34-4CC1-BCDE-E7B1C6A5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62025"/>
            <a:ext cx="4324350" cy="3209925"/>
          </a:xfrm>
          <a:prstGeom xmlns:a="http://schemas.openxmlformats.org/drawingml/2006/main" prst="roundRect">
            <a:avLst>
              <a:gd name="adj" fmla="val 2374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9-text-7">
            <a:extLst xmlns:a="http://schemas.openxmlformats.org/drawingml/2006/main">
              <a:ext uri="{FF2B5EF4-FFF2-40B4-BE49-F238E27FC236}">
                <a16:creationId xmlns:a16="http://schemas.microsoft.com/office/drawing/2014/main" id="{BC1DFDCF-8E0B-4DC1-A698-D7DF8C54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82867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 요청 화면 · 변경 전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0e1aac6ef449e"/>
          <a:stretch xmlns:a="http://schemas.openxmlformats.org/drawingml/2006/main"/>
        </p:blipFill>
        <p:spPr>
          <a:xfrm xmlns:a="http://schemas.openxmlformats.org/drawingml/2006/main">
            <a:off x="476250" y="2090837"/>
            <a:ext cx="4019550" cy="1057075"/>
          </a:xfrm>
          <a:prstGeom xmlns:a="http://schemas.openxmlformats.org/drawingml/2006/main" prst="rect">
            <a:avLst/>
          </a:prstGeom>
        </p:spPr>
      </p:pic>
      <p:sp>
        <p:nvSpPr>
          <p:cNvPr id="9" name="slide-9-text-9">
            <a:extLst xmlns:a="http://schemas.openxmlformats.org/drawingml/2006/main">
              <a:ext uri="{FF2B5EF4-FFF2-40B4-BE49-F238E27FC236}">
                <a16:creationId xmlns:a16="http://schemas.microsoft.com/office/drawing/2014/main" id="{E0E318D5-9CF5-4636-AB9F-833E9D07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90975"/>
            <a:ext cx="401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원본은 티켓 일괄 취소 문의 / 안내는 휴장 설정</a:t>
            </a:r>
          </a:p>
        </p:txBody>
      </p:sp>
      <p:sp>
        <p:nvSpPr>
          <p:cNvPr id="10" name="slide-9-text-10">
            <a:extLst xmlns:a="http://schemas.openxmlformats.org/drawingml/2006/main">
              <a:ext uri="{FF2B5EF4-FFF2-40B4-BE49-F238E27FC236}">
                <a16:creationId xmlns:a16="http://schemas.microsoft.com/office/drawing/2014/main" id="{BA754456-B512-4FA5-A2E2-7ABEC038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971550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요청</a:t>
            </a:r>
          </a:p>
        </p:txBody>
      </p:sp>
      <p:sp>
        <p:nvSpPr>
          <p:cNvPr id="11" name="slide-9-text-11">
            <a:extLst xmlns:a="http://schemas.openxmlformats.org/drawingml/2006/main">
              <a:ext uri="{FF2B5EF4-FFF2-40B4-BE49-F238E27FC236}">
                <a16:creationId xmlns:a16="http://schemas.microsoft.com/office/drawing/2014/main" id="{5CB0BF19-1284-4A66-8494-5CDDB5CF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200150"/>
            <a:ext cx="371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강우 등으로 당일 체험을 전체 취소할 때 티켓 일괄 취소와 고객 알림 메시지 발송이 가능한지 문의하셨습니다.</a:t>
            </a:r>
          </a:p>
        </p:txBody>
      </p:sp>
      <p:sp>
        <p:nvSpPr>
          <p:cNvPr id="12" name="slide-9-text-12">
            <a:extLst xmlns:a="http://schemas.openxmlformats.org/drawingml/2006/main">
              <a:ext uri="{FF2B5EF4-FFF2-40B4-BE49-F238E27FC236}">
                <a16:creationId xmlns:a16="http://schemas.microsoft.com/office/drawing/2014/main" id="{689E7CCD-6112-4135-91EC-A1D4C99D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859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반영 및 안내</a:t>
            </a:r>
          </a:p>
        </p:txBody>
      </p:sp>
      <p:sp>
        <p:nvSpPr>
          <p:cNvPr id="13" name="slide-9-text-13">
            <a:extLst xmlns:a="http://schemas.openxmlformats.org/drawingml/2006/main">
              <a:ext uri="{FF2B5EF4-FFF2-40B4-BE49-F238E27FC236}">
                <a16:creationId xmlns:a16="http://schemas.microsoft.com/office/drawing/2014/main" id="{97BE6A34-5E10-46A9-B5DD-17F0555A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14525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운영 일정 관리에서 해당 날짜를 휴장일로 지정하여 운영 회차를 일괄 중단하는 방식으로 안내드립니다. 기존 예약의 취소·환불 처리 범위는 함께 확인해야 합니다.</a:t>
            </a:r>
          </a:p>
        </p:txBody>
      </p:sp>
      <p:sp>
        <p:nvSpPr>
          <p:cNvPr id="14" name="slide-9-text-14">
            <a:extLst xmlns:a="http://schemas.openxmlformats.org/drawingml/2006/main">
              <a:ext uri="{FF2B5EF4-FFF2-40B4-BE49-F238E27FC236}">
                <a16:creationId xmlns:a16="http://schemas.microsoft.com/office/drawing/2014/main" id="{86E745E4-3550-4613-B5B7-BA96350F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0325"/>
            <a:ext cx="3810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운영 설정</a:t>
            </a:r>
          </a:p>
        </p:txBody>
      </p:sp>
      <p:sp>
        <p:nvSpPr>
          <p:cNvPr id="15" name="slide-9-text-15">
            <a:extLst xmlns:a="http://schemas.openxmlformats.org/drawingml/2006/main">
              <a:ext uri="{FF2B5EF4-FFF2-40B4-BE49-F238E27FC236}">
                <a16:creationId xmlns:a16="http://schemas.microsoft.com/office/drawing/2014/main" id="{AF80A13A-7F18-42D8-8AC1-942090D0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2892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0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관리자 &gt; 운영 일정 관리 &gt; 해당 날짜 휴장 지정</a:t>
            </a:r>
          </a:p>
        </p:txBody>
      </p:sp>
      <p:sp>
        <p:nvSpPr>
          <p:cNvPr id="16" name="slide-9-rect-16">
            <a:extLst xmlns:a="http://schemas.openxmlformats.org/drawingml/2006/main">
              <a:ext uri="{FF2B5EF4-FFF2-40B4-BE49-F238E27FC236}">
                <a16:creationId xmlns:a16="http://schemas.microsoft.com/office/drawing/2014/main" id="{7C624F14-844B-493C-ABE8-8364643F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29100"/>
            <a:ext cx="849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0">
            <a:noFill/>
          </a:ln>
        </p:spPr>
      </p:sp>
      <p:sp>
        <p:nvSpPr>
          <p:cNvPr id="17" name="slide-9-text-17">
            <a:extLst xmlns:a="http://schemas.openxmlformats.org/drawingml/2006/main">
              <a:ext uri="{FF2B5EF4-FFF2-40B4-BE49-F238E27FC236}">
                <a16:creationId xmlns:a16="http://schemas.microsoft.com/office/drawing/2014/main" id="{A4CB474A-FDEB-4B6D-B60F-BDA87CFD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14825"/>
            <a:ext cx="8248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휴장에 따른 회차 중단과 기존 티켓 취소·환불 처리는 구분해 확인이 필요합니다. 현재 휴대전화번호·이메일을 수집하지 않아 개별 알림은 발송할 수 없습니다.</a:t>
            </a:r>
          </a:p>
        </p:txBody>
      </p:sp>
    </p:spTree>
    <p:extLst>
      <p:ext uri="{BB962C8B-B14F-4D97-AF65-F5344CB8AC3E}">
        <p14:creationId xmlns:p14="http://schemas.microsoft.com/office/powerpoint/2010/main" val="3582884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10-text-1">
            <a:extLst xmlns:a="http://schemas.openxmlformats.org/drawingml/2006/main">
              <a:ext uri="{FF2B5EF4-FFF2-40B4-BE49-F238E27FC236}">
                <a16:creationId xmlns:a16="http://schemas.microsoft.com/office/drawing/2014/main" id="{E82E67BD-DDA5-41C7-A705-E64879DF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391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825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마사회 확인 및 운영 준비</a:t>
            </a:r>
          </a:p>
        </p:txBody>
      </p:sp>
      <p:sp>
        <p:nvSpPr>
          <p:cNvPr id="2" name="slide-10-text-2">
            <a:extLst xmlns:a="http://schemas.openxmlformats.org/drawingml/2006/main">
              <a:ext uri="{FF2B5EF4-FFF2-40B4-BE49-F238E27FC236}">
                <a16:creationId xmlns:a16="http://schemas.microsoft.com/office/drawing/2014/main" id="{8B1689B2-0165-4F7D-AF59-FAA63DB8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"/>
            <a:ext cx="8439150" cy="396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95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확인해주실 사항과 운영 안내</a:t>
            </a:r>
          </a:p>
        </p:txBody>
      </p:sp>
      <p:sp>
        <p:nvSpPr>
          <p:cNvPr id="3" name="slide-10-rect-3">
            <a:extLst xmlns:a="http://schemas.openxmlformats.org/drawingml/2006/main">
              <a:ext uri="{FF2B5EF4-FFF2-40B4-BE49-F238E27FC236}">
                <a16:creationId xmlns:a16="http://schemas.microsoft.com/office/drawing/2014/main" id="{B10AC95A-536B-4CBA-B0E6-03390046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33925"/>
            <a:ext cx="849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7"/>
          </a:solidFill>
          <a:ln xmlns:a="http://schemas.openxmlformats.org/drawingml/2006/main" w="0">
            <a:noFill/>
          </a:ln>
        </p:spPr>
      </p:sp>
      <p:sp>
        <p:nvSpPr>
          <p:cNvPr id="4" name="slide-10-text-4">
            <a:extLst xmlns:a="http://schemas.openxmlformats.org/drawingml/2006/main">
              <a:ext uri="{FF2B5EF4-FFF2-40B4-BE49-F238E27FC236}">
                <a16:creationId xmlns:a16="http://schemas.microsoft.com/office/drawing/2014/main" id="{0D672B34-BAD6-4C02-8C3F-CD62164F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829175"/>
            <a:ext cx="843915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675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포니체험 예약사이트 | 요청사항 반영 및 운영 안내</a:t>
            </a:r>
          </a:p>
        </p:txBody>
      </p:sp>
      <p:sp>
        <p:nvSpPr>
          <p:cNvPr id="5" name="slide-10-text-5">
            <a:extLst xmlns:a="http://schemas.openxmlformats.org/drawingml/2006/main">
              <a:ext uri="{FF2B5EF4-FFF2-40B4-BE49-F238E27FC236}">
                <a16:creationId xmlns:a16="http://schemas.microsoft.com/office/drawing/2014/main" id="{8AB9F446-D9A9-4A10-BF58-E074F101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96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10 / 10</a:t>
            </a:r>
          </a:p>
        </p:txBody>
      </p:sp>
      <p:sp>
        <p:nvSpPr>
          <p:cNvPr id="6" name="slide-10-rect-6">
            <a:extLst xmlns:a="http://schemas.openxmlformats.org/drawingml/2006/main">
              <a:ext uri="{FF2B5EF4-FFF2-40B4-BE49-F238E27FC236}">
                <a16:creationId xmlns:a16="http://schemas.microsoft.com/office/drawing/2014/main" id="{431B8684-DB84-4ABF-9611-24048CB43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38225"/>
            <a:ext cx="84963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7" name="slide-10-text-7">
            <a:extLst xmlns:a="http://schemas.openxmlformats.org/drawingml/2006/main">
              <a:ext uri="{FF2B5EF4-FFF2-40B4-BE49-F238E27FC236}">
                <a16:creationId xmlns:a16="http://schemas.microsoft.com/office/drawing/2014/main" id="{5E4ED577-A44C-4EB7-ABC9-532A315F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123950"/>
            <a:ext cx="827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01</a:t>
            </a:r>
          </a:p>
        </p:txBody>
      </p:sp>
      <p:sp>
        <p:nvSpPr>
          <p:cNvPr id="8" name="slide-10-text-8">
            <a:extLst xmlns:a="http://schemas.openxmlformats.org/drawingml/2006/main">
              <a:ext uri="{FF2B5EF4-FFF2-40B4-BE49-F238E27FC236}">
                <a16:creationId xmlns:a16="http://schemas.microsoft.com/office/drawing/2014/main" id="{D0EEF0FC-A414-445A-A4D7-C71B7FB1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5850"/>
            <a:ext cx="779145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프로그램별 안내 문구 확정</a:t>
            </a:r>
          </a:p>
        </p:txBody>
      </p:sp>
      <p:sp>
        <p:nvSpPr>
          <p:cNvPr id="9" name="slide-10-text-9">
            <a:extLst xmlns:a="http://schemas.openxmlformats.org/drawingml/2006/main">
              <a:ext uri="{FF2B5EF4-FFF2-40B4-BE49-F238E27FC236}">
                <a16:creationId xmlns:a16="http://schemas.microsoft.com/office/drawing/2014/main" id="{70D2DA81-EDA8-41AE-9EB3-6032B1475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52550"/>
            <a:ext cx="7591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이용 대상, 부모 동반 시 구매 기준, 체험 장소·방법, 할인 증빙 및 취소 안내를 프로그램별로 입력해주세요.</a:t>
            </a:r>
          </a:p>
        </p:txBody>
      </p:sp>
      <p:sp>
        <p:nvSpPr>
          <p:cNvPr id="10" name="slide-10-rect-10">
            <a:extLst xmlns:a="http://schemas.openxmlformats.org/drawingml/2006/main">
              <a:ext uri="{FF2B5EF4-FFF2-40B4-BE49-F238E27FC236}">
                <a16:creationId xmlns:a16="http://schemas.microsoft.com/office/drawing/2014/main" id="{14EE3C88-8F72-4CB2-909B-7E3DDDD3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952625"/>
            <a:ext cx="84963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11" name="slide-10-text-11">
            <a:extLst xmlns:a="http://schemas.openxmlformats.org/drawingml/2006/main">
              <a:ext uri="{FF2B5EF4-FFF2-40B4-BE49-F238E27FC236}">
                <a16:creationId xmlns:a16="http://schemas.microsoft.com/office/drawing/2014/main" id="{A6E5B432-477B-47E7-8AFF-F9C96C7E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038350"/>
            <a:ext cx="827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02</a:t>
            </a:r>
          </a:p>
        </p:txBody>
      </p:sp>
      <p:sp>
        <p:nvSpPr>
          <p:cNvPr id="12" name="slide-10-text-12">
            <a:extLst xmlns:a="http://schemas.openxmlformats.org/drawingml/2006/main">
              <a:ext uri="{FF2B5EF4-FFF2-40B4-BE49-F238E27FC236}">
                <a16:creationId xmlns:a16="http://schemas.microsoft.com/office/drawing/2014/main" id="{AF1F7B5C-3A39-417A-AEE0-9ACA1EF2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779145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안내 방식 및 현장 시인성 확인</a:t>
            </a:r>
          </a:p>
        </p:txBody>
      </p:sp>
      <p:sp>
        <p:nvSpPr>
          <p:cNvPr id="13" name="slide-10-text-13">
            <a:extLst xmlns:a="http://schemas.openxmlformats.org/drawingml/2006/main">
              <a:ext uri="{FF2B5EF4-FFF2-40B4-BE49-F238E27FC236}">
                <a16:creationId xmlns:a16="http://schemas.microsoft.com/office/drawing/2014/main" id="{9F0D9C7E-262C-41BC-8ADD-2391F758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7591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프로그램 선택 단계의 필수 확인 방식, 티켓의 ‘N분 전’ 안내, 확대된 할인 증빙 배지가 운영에 적절한지 확인해주세요.</a:t>
            </a:r>
          </a:p>
        </p:txBody>
      </p:sp>
      <p:sp>
        <p:nvSpPr>
          <p:cNvPr id="14" name="slide-10-rect-14">
            <a:extLst xmlns:a="http://schemas.openxmlformats.org/drawingml/2006/main">
              <a:ext uri="{FF2B5EF4-FFF2-40B4-BE49-F238E27FC236}">
                <a16:creationId xmlns:a16="http://schemas.microsoft.com/office/drawing/2014/main" id="{4C9E0630-4D50-461B-A354-D75C9833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67025"/>
            <a:ext cx="84963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15" name="slide-10-text-15">
            <a:extLst xmlns:a="http://schemas.openxmlformats.org/drawingml/2006/main">
              <a:ext uri="{FF2B5EF4-FFF2-40B4-BE49-F238E27FC236}">
                <a16:creationId xmlns:a16="http://schemas.microsoft.com/office/drawing/2014/main" id="{A0E385C7-FF77-4F31-BFAC-B1CC078A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952750"/>
            <a:ext cx="827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03</a:t>
            </a:r>
          </a:p>
        </p:txBody>
      </p:sp>
      <p:sp>
        <p:nvSpPr>
          <p:cNvPr id="16" name="slide-10-text-16">
            <a:extLst xmlns:a="http://schemas.openxmlformats.org/drawingml/2006/main">
              <a:ext uri="{FF2B5EF4-FFF2-40B4-BE49-F238E27FC236}">
                <a16:creationId xmlns:a16="http://schemas.microsoft.com/office/drawing/2014/main" id="{8D7E5C8B-AABA-440D-BEA3-06B787B6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779145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운영 일정 설정 안내</a:t>
            </a:r>
          </a:p>
        </p:txBody>
      </p:sp>
      <p:sp>
        <p:nvSpPr>
          <p:cNvPr id="17" name="slide-10-text-17">
            <a:extLst xmlns:a="http://schemas.openxmlformats.org/drawingml/2006/main">
              <a:ext uri="{FF2B5EF4-FFF2-40B4-BE49-F238E27FC236}">
                <a16:creationId xmlns:a16="http://schemas.microsoft.com/office/drawing/2014/main" id="{B57AEFF7-6FBB-4B95-BA93-204BB5B1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7591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평일·공휴일의 운영일 지정 방법과 기상 상황에 따른 휴장 설정 절차는 별도로 안내할 예정입니다.</a:t>
            </a:r>
          </a:p>
        </p:txBody>
      </p:sp>
      <p:sp>
        <p:nvSpPr>
          <p:cNvPr id="18" name="slide-10-rect-18">
            <a:extLst xmlns:a="http://schemas.openxmlformats.org/drawingml/2006/main">
              <a:ext uri="{FF2B5EF4-FFF2-40B4-BE49-F238E27FC236}">
                <a16:creationId xmlns:a16="http://schemas.microsoft.com/office/drawing/2014/main" id="{709184DD-1A12-4E87-9D6B-C3BF6FBA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781425"/>
            <a:ext cx="84963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</a:ln>
        </p:spPr>
      </p:sp>
      <p:sp>
        <p:nvSpPr>
          <p:cNvPr id="19" name="slide-10-text-19">
            <a:extLst xmlns:a="http://schemas.openxmlformats.org/drawingml/2006/main">
              <a:ext uri="{FF2B5EF4-FFF2-40B4-BE49-F238E27FC236}">
                <a16:creationId xmlns:a16="http://schemas.microsoft.com/office/drawing/2014/main" id="{3B9BDAA1-CAF2-40B5-BEC9-BCD85B4A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3867150"/>
            <a:ext cx="82772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defRPr>
            </a:pPr>
            <a:r>
              <a:rPr sz="1500">
                <a:solidFill>
                  <a:srgbClr val="D56A18"/>
                </a:solidFill>
                <a:latin typeface="AppleGothic"/>
                <a:ea typeface="AppleGothic"/>
                <a:cs typeface="AppleGothic"/>
              </a:rPr>
              <a:t>04</a:t>
            </a:r>
          </a:p>
        </p:txBody>
      </p:sp>
      <p:sp>
        <p:nvSpPr>
          <p:cNvPr id="20" name="slide-10-text-20">
            <a:extLst xmlns:a="http://schemas.openxmlformats.org/drawingml/2006/main">
              <a:ext uri="{FF2B5EF4-FFF2-40B4-BE49-F238E27FC236}">
                <a16:creationId xmlns:a16="http://schemas.microsoft.com/office/drawing/2014/main" id="{23106792-FBCA-4AEF-BC15-47E8C1A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779145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defRPr>
            </a:pPr>
            <a:r>
              <a:rPr sz="1200">
                <a:solidFill>
                  <a:srgbClr val="152B35"/>
                </a:solidFill>
                <a:latin typeface="AppleGothic"/>
                <a:ea typeface="AppleGothic"/>
                <a:cs typeface="AppleGothic"/>
              </a:rPr>
              <a:t>전체 취소·환불 및 알림 범위 확인</a:t>
            </a:r>
          </a:p>
        </p:txBody>
      </p:sp>
      <p:sp>
        <p:nvSpPr>
          <p:cNvPr id="21" name="slide-10-text-21">
            <a:extLst xmlns:a="http://schemas.openxmlformats.org/drawingml/2006/main">
              <a:ext uri="{FF2B5EF4-FFF2-40B4-BE49-F238E27FC236}">
                <a16:creationId xmlns:a16="http://schemas.microsoft.com/office/drawing/2014/main" id="{4A99AF54-D7D1-474B-8449-707383E0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75914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90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휴장 시 기존 예약의 취소·환불 처리 범위를 확인해야 합니다. 개별 알림이 필요하면 연락처 수집, 수집·이용 동의 및 메시지 발송 기능을 별도로 검토해야 합니다.</a:t>
            </a:r>
          </a:p>
        </p:txBody>
      </p:sp>
      <p:sp>
        <p:nvSpPr>
          <p:cNvPr id="22" name="slide-10-text-22">
            <a:extLst xmlns:a="http://schemas.openxmlformats.org/drawingml/2006/main">
              <a:ext uri="{FF2B5EF4-FFF2-40B4-BE49-F238E27FC236}">
                <a16:creationId xmlns:a16="http://schemas.microsoft.com/office/drawing/2014/main" id="{4D1D7126-A727-4A2D-8063-8C86748D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57200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defRPr>
            </a:pPr>
            <a:r>
              <a:rPr sz="750">
                <a:solidFill>
                  <a:srgbClr val="52646D"/>
                </a:solidFill>
                <a:latin typeface="AppleGothic"/>
                <a:ea typeface="AppleGothic"/>
                <a:cs typeface="AppleGothic"/>
              </a:rPr>
              <a:t>참고: 본 자료는 전달된 기능 반영 및 운영 안내에 기반하며, 실제 반영 화면과 동작을 별도로 검증한 결과 보고서는 아닙니다.</a:t>
            </a:r>
          </a:p>
        </p:txBody>
      </p:sp>
    </p:spTree>
    <p:extLst>
      <p:ext uri="{BB962C8B-B14F-4D97-AF65-F5344CB8AC3E}">
        <p14:creationId xmlns:p14="http://schemas.microsoft.com/office/powerpoint/2010/main" val="977123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2026-09-16T08:37:43.4450000Z</dcterms:created>
  <dcterms:modified xsi:type="dcterms:W3CDTF">2026-09-16T08:37:43.4450000Z</dcterms:modified>
</coreProperties>
</file>